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1979422576" r:id="rId2"/>
    <p:sldId id="1979422588" r:id="rId3"/>
    <p:sldId id="1979422611" r:id="rId4"/>
    <p:sldId id="1979422587" r:id="rId5"/>
    <p:sldId id="1979422589" r:id="rId6"/>
    <p:sldId id="1979422590" r:id="rId7"/>
    <p:sldId id="1979422591" r:id="rId8"/>
    <p:sldId id="1979422592" r:id="rId9"/>
    <p:sldId id="1979422593" r:id="rId10"/>
    <p:sldId id="1979422594" r:id="rId11"/>
    <p:sldId id="1979422595" r:id="rId12"/>
    <p:sldId id="1979422596" r:id="rId13"/>
    <p:sldId id="1979422597" r:id="rId14"/>
    <p:sldId id="1979422598" r:id="rId15"/>
    <p:sldId id="1979422599" r:id="rId16"/>
    <p:sldId id="1979422600" r:id="rId17"/>
    <p:sldId id="1979422601" r:id="rId18"/>
    <p:sldId id="1979422602" r:id="rId19"/>
    <p:sldId id="1979422603" r:id="rId20"/>
    <p:sldId id="1979422604" r:id="rId21"/>
    <p:sldId id="1979422605" r:id="rId22"/>
    <p:sldId id="1979422606" r:id="rId23"/>
    <p:sldId id="1979422615" r:id="rId24"/>
    <p:sldId id="1979422616" r:id="rId25"/>
    <p:sldId id="1979422610" r:id="rId26"/>
    <p:sldId id="1979422612" r:id="rId27"/>
    <p:sldId id="1979422613" r:id="rId28"/>
    <p:sldId id="1979422614" r:id="rId29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venska" id="{EC205A24-D907-4B46-BF76-CB6833D52B5C}">
          <p14:sldIdLst>
            <p14:sldId id="1979422576"/>
            <p14:sldId id="1979422588"/>
            <p14:sldId id="1979422611"/>
            <p14:sldId id="1979422587"/>
            <p14:sldId id="1979422589"/>
            <p14:sldId id="1979422590"/>
            <p14:sldId id="1979422591"/>
            <p14:sldId id="1979422592"/>
            <p14:sldId id="1979422593"/>
            <p14:sldId id="1979422594"/>
            <p14:sldId id="1979422595"/>
            <p14:sldId id="1979422596"/>
            <p14:sldId id="1979422597"/>
            <p14:sldId id="1979422598"/>
            <p14:sldId id="1979422599"/>
            <p14:sldId id="1979422600"/>
            <p14:sldId id="1979422601"/>
            <p14:sldId id="1979422602"/>
            <p14:sldId id="1979422603"/>
            <p14:sldId id="1979422604"/>
            <p14:sldId id="1979422605"/>
            <p14:sldId id="1979422606"/>
            <p14:sldId id="1979422615"/>
            <p14:sldId id="1979422616"/>
            <p14:sldId id="1979422610"/>
          </p14:sldIdLst>
        </p14:section>
        <p14:section name="English" id="{04F30417-F0EB-4AD8-AA08-4C7A3C99CCF0}">
          <p14:sldIdLst>
            <p14:sldId id="1979422612"/>
            <p14:sldId id="1979422613"/>
            <p14:sldId id="19794226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758"/>
  </p:normalViewPr>
  <p:slideViewPr>
    <p:cSldViewPr snapToGrid="0">
      <p:cViewPr varScale="1">
        <p:scale>
          <a:sx n="95" d="100"/>
          <a:sy n="95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30AA7-7280-AC48-8625-418DD82D5C92}" type="datetimeFigureOut">
              <a:rPr lang="en-SE" smtClean="0"/>
              <a:t>2025-01-26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627E2-F753-EC49-B107-54DF37A2F08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63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Therese:</a:t>
            </a:r>
          </a:p>
          <a:p>
            <a:r>
              <a:rPr lang="en-US" err="1"/>
              <a:t>Arbetssättet</a:t>
            </a:r>
            <a:r>
              <a:rPr lang="en-US"/>
              <a:t> de </a:t>
            </a:r>
            <a:r>
              <a:rPr lang="en-US" err="1"/>
              <a:t>flesta</a:t>
            </a:r>
            <a:r>
              <a:rPr lang="en-US"/>
              <a:t> </a:t>
            </a:r>
            <a:r>
              <a:rPr lang="en-US" err="1"/>
              <a:t>mjukvaruteam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Axis Linköping </a:t>
            </a:r>
            <a:r>
              <a:rPr lang="en-US" err="1"/>
              <a:t>valt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arbeta</a:t>
            </a:r>
            <a:r>
              <a:rPr lang="en-US"/>
              <a:t>, </a:t>
            </a:r>
            <a:r>
              <a:rPr lang="en-US" err="1"/>
              <a:t>mer</a:t>
            </a:r>
            <a:r>
              <a:rPr lang="en-US"/>
              <a:t> om motivation </a:t>
            </a:r>
            <a:r>
              <a:rPr lang="en-US" err="1"/>
              <a:t>strax</a:t>
            </a:r>
            <a:r>
              <a:rPr lang="en-US"/>
              <a:t>. Kallas </a:t>
            </a:r>
            <a:r>
              <a:rPr lang="en-US" err="1"/>
              <a:t>även</a:t>
            </a:r>
            <a:r>
              <a:rPr lang="en-US"/>
              <a:t> </a:t>
            </a:r>
            <a:r>
              <a:rPr lang="en-US" err="1"/>
              <a:t>mobbprogrammering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27E2-F753-EC49-B107-54DF37A2F087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5319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13833" y="6267451"/>
            <a:ext cx="124014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b="1" noProof="0">
                <a:solidFill>
                  <a:srgbClr val="000000"/>
                </a:solidFill>
                <a:latin typeface="Arial"/>
                <a:cs typeface="Arial"/>
              </a:rPr>
              <a:t>www.axis.com</a:t>
            </a:r>
          </a:p>
        </p:txBody>
      </p:sp>
      <p:pic>
        <p:nvPicPr>
          <p:cNvPr id="5" name="Picture 16" descr="AXIS_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833" y="198967"/>
            <a:ext cx="1176867" cy="4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rapezoid 6"/>
          <p:cNvSpPr/>
          <p:nvPr/>
        </p:nvSpPr>
        <p:spPr bwMode="auto">
          <a:xfrm rot="8100000">
            <a:off x="9958919" y="5681135"/>
            <a:ext cx="2980267" cy="850901"/>
          </a:xfrm>
          <a:custGeom>
            <a:avLst/>
            <a:gdLst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50076 h 650076"/>
              <a:gd name="connsiteX1" fmla="*/ 641398 w 2235200"/>
              <a:gd name="connsiteY1" fmla="*/ 11901 h 650076"/>
              <a:gd name="connsiteX2" fmla="*/ 1605702 w 2235200"/>
              <a:gd name="connsiteY2" fmla="*/ 0 h 650076"/>
              <a:gd name="connsiteX3" fmla="*/ 2235200 w 2235200"/>
              <a:gd name="connsiteY3" fmla="*/ 650076 h 650076"/>
              <a:gd name="connsiteX4" fmla="*/ 0 w 2235200"/>
              <a:gd name="connsiteY4" fmla="*/ 650076 h 650076"/>
              <a:gd name="connsiteX0" fmla="*/ 0 w 2235200"/>
              <a:gd name="connsiteY0" fmla="*/ 638176 h 638176"/>
              <a:gd name="connsiteX1" fmla="*/ 641398 w 2235200"/>
              <a:gd name="connsiteY1" fmla="*/ 1 h 638176"/>
              <a:gd name="connsiteX2" fmla="*/ 1593802 w 2235200"/>
              <a:gd name="connsiteY2" fmla="*/ 0 h 638176"/>
              <a:gd name="connsiteX3" fmla="*/ 2235200 w 2235200"/>
              <a:gd name="connsiteY3" fmla="*/ 638176 h 638176"/>
              <a:gd name="connsiteX4" fmla="*/ 0 w 2235200"/>
              <a:gd name="connsiteY4" fmla="*/ 638176 h 63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38176">
                <a:moveTo>
                  <a:pt x="0" y="638176"/>
                </a:moveTo>
                <a:lnTo>
                  <a:pt x="641398" y="1"/>
                </a:lnTo>
                <a:lnTo>
                  <a:pt x="1593802" y="0"/>
                </a:lnTo>
                <a:lnTo>
                  <a:pt x="2235200" y="638176"/>
                </a:lnTo>
                <a:lnTo>
                  <a:pt x="0" y="638176"/>
                </a:lnTo>
                <a:close/>
              </a:path>
            </a:pathLst>
          </a:custGeom>
          <a:solidFill>
            <a:srgbClr val="FF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8" name="Trapezoid 7"/>
          <p:cNvSpPr/>
          <p:nvPr/>
        </p:nvSpPr>
        <p:spPr bwMode="auto">
          <a:xfrm rot="8100000">
            <a:off x="8445254" y="5051710"/>
            <a:ext cx="4762500" cy="856189"/>
          </a:xfrm>
          <a:custGeom>
            <a:avLst/>
            <a:gdLst>
              <a:gd name="connsiteX0" fmla="*/ 0 w 3571875"/>
              <a:gd name="connsiteY0" fmla="*/ 638175 h 638175"/>
              <a:gd name="connsiteX1" fmla="*/ 641398 w 3571875"/>
              <a:gd name="connsiteY1" fmla="*/ 0 h 638175"/>
              <a:gd name="connsiteX2" fmla="*/ 2930477 w 3571875"/>
              <a:gd name="connsiteY2" fmla="*/ 0 h 638175"/>
              <a:gd name="connsiteX3" fmla="*/ 3571875 w 3571875"/>
              <a:gd name="connsiteY3" fmla="*/ 638175 h 638175"/>
              <a:gd name="connsiteX4" fmla="*/ 0 w 3571875"/>
              <a:gd name="connsiteY4" fmla="*/ 638175 h 638175"/>
              <a:gd name="connsiteX0" fmla="*/ 0 w 3571875"/>
              <a:gd name="connsiteY0" fmla="*/ 646109 h 646109"/>
              <a:gd name="connsiteX1" fmla="*/ 641398 w 3571875"/>
              <a:gd name="connsiteY1" fmla="*/ 7934 h 646109"/>
              <a:gd name="connsiteX2" fmla="*/ 2938411 w 3571875"/>
              <a:gd name="connsiteY2" fmla="*/ 0 h 646109"/>
              <a:gd name="connsiteX3" fmla="*/ 3571875 w 3571875"/>
              <a:gd name="connsiteY3" fmla="*/ 646109 h 646109"/>
              <a:gd name="connsiteX4" fmla="*/ 0 w 3571875"/>
              <a:gd name="connsiteY4" fmla="*/ 646109 h 646109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1875" h="642142">
                <a:moveTo>
                  <a:pt x="0" y="642142"/>
                </a:moveTo>
                <a:lnTo>
                  <a:pt x="641398" y="3967"/>
                </a:lnTo>
                <a:lnTo>
                  <a:pt x="2934444" y="0"/>
                </a:lnTo>
                <a:lnTo>
                  <a:pt x="3571875" y="642142"/>
                </a:lnTo>
                <a:lnTo>
                  <a:pt x="0" y="642142"/>
                </a:lnTo>
                <a:close/>
              </a:path>
            </a:pathLst>
          </a:custGeom>
          <a:solidFill>
            <a:srgbClr val="D8CF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55706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5218" y="1602116"/>
            <a:ext cx="9442676" cy="4152264"/>
          </a:xfrm>
          <a:prstGeom prst="rect">
            <a:avLst/>
          </a:prstGeom>
        </p:spPr>
        <p:txBody>
          <a:bodyPr/>
          <a:lstStyle>
            <a:lvl1pPr algn="l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spc="0">
                <a:solidFill>
                  <a:srgbClr val="FFCC3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55706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15217" y="4803021"/>
            <a:ext cx="8534400" cy="457200"/>
          </a:xfrm>
        </p:spPr>
        <p:txBody>
          <a:bodyPr/>
          <a:lstStyle>
            <a:lvl1pPr marL="0" indent="0" algn="l">
              <a:spcBef>
                <a:spcPct val="30000"/>
              </a:spcBef>
              <a:spcAft>
                <a:spcPct val="30000"/>
              </a:spcAft>
              <a:buFontTx/>
              <a:buNone/>
              <a:defRPr sz="2133" b="1">
                <a:solidFill>
                  <a:srgbClr val="7B6E60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10" name="Trapezoid 6"/>
          <p:cNvSpPr/>
          <p:nvPr/>
        </p:nvSpPr>
        <p:spPr bwMode="auto">
          <a:xfrm rot="8100000">
            <a:off x="9958919" y="5681135"/>
            <a:ext cx="2980267" cy="850901"/>
          </a:xfrm>
          <a:custGeom>
            <a:avLst/>
            <a:gdLst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50076 h 650076"/>
              <a:gd name="connsiteX1" fmla="*/ 641398 w 2235200"/>
              <a:gd name="connsiteY1" fmla="*/ 11901 h 650076"/>
              <a:gd name="connsiteX2" fmla="*/ 1605702 w 2235200"/>
              <a:gd name="connsiteY2" fmla="*/ 0 h 650076"/>
              <a:gd name="connsiteX3" fmla="*/ 2235200 w 2235200"/>
              <a:gd name="connsiteY3" fmla="*/ 650076 h 650076"/>
              <a:gd name="connsiteX4" fmla="*/ 0 w 2235200"/>
              <a:gd name="connsiteY4" fmla="*/ 650076 h 650076"/>
              <a:gd name="connsiteX0" fmla="*/ 0 w 2235200"/>
              <a:gd name="connsiteY0" fmla="*/ 638176 h 638176"/>
              <a:gd name="connsiteX1" fmla="*/ 641398 w 2235200"/>
              <a:gd name="connsiteY1" fmla="*/ 1 h 638176"/>
              <a:gd name="connsiteX2" fmla="*/ 1593802 w 2235200"/>
              <a:gd name="connsiteY2" fmla="*/ 0 h 638176"/>
              <a:gd name="connsiteX3" fmla="*/ 2235200 w 2235200"/>
              <a:gd name="connsiteY3" fmla="*/ 638176 h 638176"/>
              <a:gd name="connsiteX4" fmla="*/ 0 w 2235200"/>
              <a:gd name="connsiteY4" fmla="*/ 638176 h 63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38176">
                <a:moveTo>
                  <a:pt x="0" y="638176"/>
                </a:moveTo>
                <a:lnTo>
                  <a:pt x="641398" y="1"/>
                </a:lnTo>
                <a:lnTo>
                  <a:pt x="1593802" y="0"/>
                </a:lnTo>
                <a:lnTo>
                  <a:pt x="2235200" y="638176"/>
                </a:lnTo>
                <a:lnTo>
                  <a:pt x="0" y="638176"/>
                </a:lnTo>
                <a:close/>
              </a:path>
            </a:pathLst>
          </a:custGeom>
          <a:solidFill>
            <a:srgbClr val="FF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1" name="Trapezoid 7"/>
          <p:cNvSpPr/>
          <p:nvPr/>
        </p:nvSpPr>
        <p:spPr bwMode="auto">
          <a:xfrm rot="8100000">
            <a:off x="8445254" y="5051710"/>
            <a:ext cx="4762500" cy="856189"/>
          </a:xfrm>
          <a:custGeom>
            <a:avLst/>
            <a:gdLst>
              <a:gd name="connsiteX0" fmla="*/ 0 w 3571875"/>
              <a:gd name="connsiteY0" fmla="*/ 638175 h 638175"/>
              <a:gd name="connsiteX1" fmla="*/ 641398 w 3571875"/>
              <a:gd name="connsiteY1" fmla="*/ 0 h 638175"/>
              <a:gd name="connsiteX2" fmla="*/ 2930477 w 3571875"/>
              <a:gd name="connsiteY2" fmla="*/ 0 h 638175"/>
              <a:gd name="connsiteX3" fmla="*/ 3571875 w 3571875"/>
              <a:gd name="connsiteY3" fmla="*/ 638175 h 638175"/>
              <a:gd name="connsiteX4" fmla="*/ 0 w 3571875"/>
              <a:gd name="connsiteY4" fmla="*/ 638175 h 638175"/>
              <a:gd name="connsiteX0" fmla="*/ 0 w 3571875"/>
              <a:gd name="connsiteY0" fmla="*/ 646109 h 646109"/>
              <a:gd name="connsiteX1" fmla="*/ 641398 w 3571875"/>
              <a:gd name="connsiteY1" fmla="*/ 7934 h 646109"/>
              <a:gd name="connsiteX2" fmla="*/ 2938411 w 3571875"/>
              <a:gd name="connsiteY2" fmla="*/ 0 h 646109"/>
              <a:gd name="connsiteX3" fmla="*/ 3571875 w 3571875"/>
              <a:gd name="connsiteY3" fmla="*/ 646109 h 646109"/>
              <a:gd name="connsiteX4" fmla="*/ 0 w 3571875"/>
              <a:gd name="connsiteY4" fmla="*/ 646109 h 646109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1875" h="642142">
                <a:moveTo>
                  <a:pt x="0" y="642142"/>
                </a:moveTo>
                <a:lnTo>
                  <a:pt x="641398" y="3967"/>
                </a:lnTo>
                <a:lnTo>
                  <a:pt x="2934444" y="0"/>
                </a:lnTo>
                <a:lnTo>
                  <a:pt x="3571875" y="642142"/>
                </a:lnTo>
                <a:lnTo>
                  <a:pt x="0" y="642142"/>
                </a:lnTo>
                <a:close/>
              </a:path>
            </a:pathLst>
          </a:custGeom>
          <a:solidFill>
            <a:srgbClr val="D8CF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3" name="Trapezoid 6"/>
          <p:cNvSpPr/>
          <p:nvPr userDrawn="1"/>
        </p:nvSpPr>
        <p:spPr bwMode="auto">
          <a:xfrm rot="8100000">
            <a:off x="9958919" y="5681135"/>
            <a:ext cx="2980267" cy="850901"/>
          </a:xfrm>
          <a:custGeom>
            <a:avLst/>
            <a:gdLst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50076 h 650076"/>
              <a:gd name="connsiteX1" fmla="*/ 641398 w 2235200"/>
              <a:gd name="connsiteY1" fmla="*/ 11901 h 650076"/>
              <a:gd name="connsiteX2" fmla="*/ 1605702 w 2235200"/>
              <a:gd name="connsiteY2" fmla="*/ 0 h 650076"/>
              <a:gd name="connsiteX3" fmla="*/ 2235200 w 2235200"/>
              <a:gd name="connsiteY3" fmla="*/ 650076 h 650076"/>
              <a:gd name="connsiteX4" fmla="*/ 0 w 2235200"/>
              <a:gd name="connsiteY4" fmla="*/ 650076 h 650076"/>
              <a:gd name="connsiteX0" fmla="*/ 0 w 2235200"/>
              <a:gd name="connsiteY0" fmla="*/ 638176 h 638176"/>
              <a:gd name="connsiteX1" fmla="*/ 641398 w 2235200"/>
              <a:gd name="connsiteY1" fmla="*/ 1 h 638176"/>
              <a:gd name="connsiteX2" fmla="*/ 1593802 w 2235200"/>
              <a:gd name="connsiteY2" fmla="*/ 0 h 638176"/>
              <a:gd name="connsiteX3" fmla="*/ 2235200 w 2235200"/>
              <a:gd name="connsiteY3" fmla="*/ 638176 h 638176"/>
              <a:gd name="connsiteX4" fmla="*/ 0 w 2235200"/>
              <a:gd name="connsiteY4" fmla="*/ 638176 h 63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38176">
                <a:moveTo>
                  <a:pt x="0" y="638176"/>
                </a:moveTo>
                <a:lnTo>
                  <a:pt x="641398" y="1"/>
                </a:lnTo>
                <a:lnTo>
                  <a:pt x="1593802" y="0"/>
                </a:lnTo>
                <a:lnTo>
                  <a:pt x="2235200" y="638176"/>
                </a:lnTo>
                <a:lnTo>
                  <a:pt x="0" y="638176"/>
                </a:lnTo>
                <a:close/>
              </a:path>
            </a:pathLst>
          </a:custGeom>
          <a:solidFill>
            <a:srgbClr val="FF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4" name="Trapezoid 7"/>
          <p:cNvSpPr/>
          <p:nvPr userDrawn="1"/>
        </p:nvSpPr>
        <p:spPr bwMode="auto">
          <a:xfrm rot="8100000">
            <a:off x="8445254" y="5051710"/>
            <a:ext cx="4762500" cy="856189"/>
          </a:xfrm>
          <a:custGeom>
            <a:avLst/>
            <a:gdLst>
              <a:gd name="connsiteX0" fmla="*/ 0 w 3571875"/>
              <a:gd name="connsiteY0" fmla="*/ 638175 h 638175"/>
              <a:gd name="connsiteX1" fmla="*/ 641398 w 3571875"/>
              <a:gd name="connsiteY1" fmla="*/ 0 h 638175"/>
              <a:gd name="connsiteX2" fmla="*/ 2930477 w 3571875"/>
              <a:gd name="connsiteY2" fmla="*/ 0 h 638175"/>
              <a:gd name="connsiteX3" fmla="*/ 3571875 w 3571875"/>
              <a:gd name="connsiteY3" fmla="*/ 638175 h 638175"/>
              <a:gd name="connsiteX4" fmla="*/ 0 w 3571875"/>
              <a:gd name="connsiteY4" fmla="*/ 638175 h 638175"/>
              <a:gd name="connsiteX0" fmla="*/ 0 w 3571875"/>
              <a:gd name="connsiteY0" fmla="*/ 646109 h 646109"/>
              <a:gd name="connsiteX1" fmla="*/ 641398 w 3571875"/>
              <a:gd name="connsiteY1" fmla="*/ 7934 h 646109"/>
              <a:gd name="connsiteX2" fmla="*/ 2938411 w 3571875"/>
              <a:gd name="connsiteY2" fmla="*/ 0 h 646109"/>
              <a:gd name="connsiteX3" fmla="*/ 3571875 w 3571875"/>
              <a:gd name="connsiteY3" fmla="*/ 646109 h 646109"/>
              <a:gd name="connsiteX4" fmla="*/ 0 w 3571875"/>
              <a:gd name="connsiteY4" fmla="*/ 646109 h 646109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1875" h="642142">
                <a:moveTo>
                  <a:pt x="0" y="642142"/>
                </a:moveTo>
                <a:lnTo>
                  <a:pt x="641398" y="3967"/>
                </a:lnTo>
                <a:lnTo>
                  <a:pt x="2934444" y="0"/>
                </a:lnTo>
                <a:lnTo>
                  <a:pt x="3571875" y="642142"/>
                </a:lnTo>
                <a:lnTo>
                  <a:pt x="0" y="642142"/>
                </a:lnTo>
                <a:close/>
              </a:path>
            </a:pathLst>
          </a:custGeom>
          <a:solidFill>
            <a:srgbClr val="D8CF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5" name="Date Placeholder 2"/>
          <p:cNvSpPr>
            <a:spLocks noGrp="1"/>
          </p:cNvSpPr>
          <p:nvPr>
            <p:ph type="dt" sz="quarter" idx="2"/>
          </p:nvPr>
        </p:nvSpPr>
        <p:spPr bwMode="auto">
          <a:xfrm>
            <a:off x="613833" y="1137709"/>
            <a:ext cx="2844800" cy="36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990575" indent="-380990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523962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2133547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743131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sz="1067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561895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13"/>
          <p:cNvSpPr>
            <a:spLocks noChangeArrowheads="1"/>
          </p:cNvSpPr>
          <p:nvPr/>
        </p:nvSpPr>
        <p:spPr bwMode="auto">
          <a:xfrm rot="16200000">
            <a:off x="7363885" y="2029885"/>
            <a:ext cx="4838700" cy="4838700"/>
          </a:xfrm>
          <a:prstGeom prst="rtTriangle">
            <a:avLst/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5" name="Snip Single Corner Rectangle 7"/>
          <p:cNvSpPr>
            <a:spLocks/>
          </p:cNvSpPr>
          <p:nvPr/>
        </p:nvSpPr>
        <p:spPr bwMode="auto">
          <a:xfrm rot="18900000" flipH="1">
            <a:off x="746126" y="-1715559"/>
            <a:ext cx="4157133" cy="5344584"/>
          </a:xfrm>
          <a:custGeom>
            <a:avLst/>
            <a:gdLst>
              <a:gd name="T0" fmla="*/ 2549141 w 3117017"/>
              <a:gd name="T1" fmla="*/ 0 h 4008478"/>
              <a:gd name="T2" fmla="*/ 0 w 3117017"/>
              <a:gd name="T3" fmla="*/ 2548435 h 4008478"/>
              <a:gd name="T4" fmla="*/ 0 w 3117017"/>
              <a:gd name="T5" fmla="*/ 4008438 h 4008478"/>
              <a:gd name="T6" fmla="*/ 3117850 w 3117017"/>
              <a:gd name="T7" fmla="*/ 4008438 h 4008478"/>
              <a:gd name="T8" fmla="*/ 3117850 w 3117017"/>
              <a:gd name="T9" fmla="*/ 568551 h 4008478"/>
              <a:gd name="T10" fmla="*/ 2549141 w 3117017"/>
              <a:gd name="T11" fmla="*/ 0 h 4008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17017" h="4008478">
                <a:moveTo>
                  <a:pt x="2548460" y="0"/>
                </a:moveTo>
                <a:lnTo>
                  <a:pt x="0" y="2548460"/>
                </a:lnTo>
                <a:lnTo>
                  <a:pt x="0" y="4008478"/>
                </a:lnTo>
                <a:lnTo>
                  <a:pt x="3117017" y="4008478"/>
                </a:lnTo>
                <a:lnTo>
                  <a:pt x="3117017" y="568557"/>
                </a:lnTo>
                <a:lnTo>
                  <a:pt x="2548460" y="0"/>
                </a:lnTo>
                <a:close/>
              </a:path>
            </a:pathLst>
          </a:custGeom>
          <a:gradFill rotWithShape="1">
            <a:gsLst>
              <a:gs pos="0">
                <a:srgbClr val="FFCC33"/>
              </a:gs>
              <a:gs pos="39999">
                <a:srgbClr val="FFCC33"/>
              </a:gs>
              <a:gs pos="100000">
                <a:srgbClr val="E3B93F"/>
              </a:gs>
            </a:gsLst>
            <a:lin ang="522000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Right Triangle 15"/>
          <p:cNvSpPr>
            <a:spLocks noChangeArrowheads="1"/>
          </p:cNvSpPr>
          <p:nvPr/>
        </p:nvSpPr>
        <p:spPr bwMode="auto">
          <a:xfrm rot="16200000">
            <a:off x="687917" y="1373717"/>
            <a:ext cx="5494867" cy="5494867"/>
          </a:xfrm>
          <a:prstGeom prst="rtTriangle">
            <a:avLst/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341253" y="1425493"/>
            <a:ext cx="3922953" cy="2664424"/>
          </a:xfrm>
        </p:spPr>
        <p:txBody>
          <a:bodyPr/>
          <a:lstStyle>
            <a:lvl1pPr marL="0" indent="0" algn="l">
              <a:spcBef>
                <a:spcPct val="30000"/>
              </a:spcBef>
              <a:spcAft>
                <a:spcPct val="30000"/>
              </a:spcAft>
              <a:buFontTx/>
              <a:buNone/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8" name="Right Triangle 13"/>
          <p:cNvSpPr>
            <a:spLocks noChangeArrowheads="1"/>
          </p:cNvSpPr>
          <p:nvPr/>
        </p:nvSpPr>
        <p:spPr bwMode="auto">
          <a:xfrm rot="16200000">
            <a:off x="7363885" y="2029885"/>
            <a:ext cx="4838700" cy="4838700"/>
          </a:xfrm>
          <a:prstGeom prst="rtTriangle">
            <a:avLst/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9" name="Snip Single Corner Rectangle 7"/>
          <p:cNvSpPr>
            <a:spLocks/>
          </p:cNvSpPr>
          <p:nvPr/>
        </p:nvSpPr>
        <p:spPr bwMode="auto">
          <a:xfrm rot="18900000" flipH="1">
            <a:off x="746126" y="-1715559"/>
            <a:ext cx="4157133" cy="5344584"/>
          </a:xfrm>
          <a:custGeom>
            <a:avLst/>
            <a:gdLst>
              <a:gd name="T0" fmla="*/ 2549141 w 3117017"/>
              <a:gd name="T1" fmla="*/ 0 h 4008478"/>
              <a:gd name="T2" fmla="*/ 0 w 3117017"/>
              <a:gd name="T3" fmla="*/ 2548435 h 4008478"/>
              <a:gd name="T4" fmla="*/ 0 w 3117017"/>
              <a:gd name="T5" fmla="*/ 4008438 h 4008478"/>
              <a:gd name="T6" fmla="*/ 3117850 w 3117017"/>
              <a:gd name="T7" fmla="*/ 4008438 h 4008478"/>
              <a:gd name="T8" fmla="*/ 3117850 w 3117017"/>
              <a:gd name="T9" fmla="*/ 568551 h 4008478"/>
              <a:gd name="T10" fmla="*/ 2549141 w 3117017"/>
              <a:gd name="T11" fmla="*/ 0 h 4008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17017" h="4008478">
                <a:moveTo>
                  <a:pt x="2548460" y="0"/>
                </a:moveTo>
                <a:lnTo>
                  <a:pt x="0" y="2548460"/>
                </a:lnTo>
                <a:lnTo>
                  <a:pt x="0" y="4008478"/>
                </a:lnTo>
                <a:lnTo>
                  <a:pt x="3117017" y="4008478"/>
                </a:lnTo>
                <a:lnTo>
                  <a:pt x="3117017" y="568557"/>
                </a:lnTo>
                <a:lnTo>
                  <a:pt x="2548460" y="0"/>
                </a:lnTo>
                <a:close/>
              </a:path>
            </a:pathLst>
          </a:custGeom>
          <a:gradFill rotWithShape="1">
            <a:gsLst>
              <a:gs pos="0">
                <a:srgbClr val="FFCC33"/>
              </a:gs>
              <a:gs pos="39999">
                <a:srgbClr val="FFCC33"/>
              </a:gs>
              <a:gs pos="100000">
                <a:srgbClr val="E3B93F"/>
              </a:gs>
            </a:gsLst>
            <a:lin ang="522000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Right Triangle 15"/>
          <p:cNvSpPr>
            <a:spLocks noChangeArrowheads="1"/>
          </p:cNvSpPr>
          <p:nvPr/>
        </p:nvSpPr>
        <p:spPr bwMode="auto">
          <a:xfrm rot="16200000">
            <a:off x="687917" y="1373717"/>
            <a:ext cx="5494867" cy="5494867"/>
          </a:xfrm>
          <a:prstGeom prst="rtTriangle">
            <a:avLst/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3" name="Right Triangle 13"/>
          <p:cNvSpPr>
            <a:spLocks noChangeArrowheads="1"/>
          </p:cNvSpPr>
          <p:nvPr userDrawn="1"/>
        </p:nvSpPr>
        <p:spPr bwMode="auto">
          <a:xfrm rot="16200000">
            <a:off x="7363885" y="2029885"/>
            <a:ext cx="4838700" cy="4838700"/>
          </a:xfrm>
          <a:prstGeom prst="rtTriangle">
            <a:avLst/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4" name="Snip Single Corner Rectangle 7"/>
          <p:cNvSpPr>
            <a:spLocks/>
          </p:cNvSpPr>
          <p:nvPr userDrawn="1"/>
        </p:nvSpPr>
        <p:spPr bwMode="auto">
          <a:xfrm rot="18900000" flipH="1">
            <a:off x="746126" y="-1715559"/>
            <a:ext cx="4157133" cy="5344584"/>
          </a:xfrm>
          <a:custGeom>
            <a:avLst/>
            <a:gdLst>
              <a:gd name="T0" fmla="*/ 2549141 w 3117017"/>
              <a:gd name="T1" fmla="*/ 0 h 4008478"/>
              <a:gd name="T2" fmla="*/ 0 w 3117017"/>
              <a:gd name="T3" fmla="*/ 2548435 h 4008478"/>
              <a:gd name="T4" fmla="*/ 0 w 3117017"/>
              <a:gd name="T5" fmla="*/ 4008438 h 4008478"/>
              <a:gd name="T6" fmla="*/ 3117850 w 3117017"/>
              <a:gd name="T7" fmla="*/ 4008438 h 4008478"/>
              <a:gd name="T8" fmla="*/ 3117850 w 3117017"/>
              <a:gd name="T9" fmla="*/ 568551 h 4008478"/>
              <a:gd name="T10" fmla="*/ 2549141 w 3117017"/>
              <a:gd name="T11" fmla="*/ 0 h 4008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17017" h="4008478">
                <a:moveTo>
                  <a:pt x="2548460" y="0"/>
                </a:moveTo>
                <a:lnTo>
                  <a:pt x="0" y="2548460"/>
                </a:lnTo>
                <a:lnTo>
                  <a:pt x="0" y="4008478"/>
                </a:lnTo>
                <a:lnTo>
                  <a:pt x="3117017" y="4008478"/>
                </a:lnTo>
                <a:lnTo>
                  <a:pt x="3117017" y="568557"/>
                </a:lnTo>
                <a:lnTo>
                  <a:pt x="2548460" y="0"/>
                </a:lnTo>
                <a:close/>
              </a:path>
            </a:pathLst>
          </a:custGeom>
          <a:gradFill rotWithShape="1">
            <a:gsLst>
              <a:gs pos="0">
                <a:srgbClr val="FFCC33"/>
              </a:gs>
              <a:gs pos="39999">
                <a:srgbClr val="FFCC33"/>
              </a:gs>
              <a:gs pos="100000">
                <a:srgbClr val="E3B93F"/>
              </a:gs>
            </a:gsLst>
            <a:lin ang="522000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Right Triangle 15"/>
          <p:cNvSpPr>
            <a:spLocks noChangeArrowheads="1"/>
          </p:cNvSpPr>
          <p:nvPr userDrawn="1"/>
        </p:nvSpPr>
        <p:spPr bwMode="auto">
          <a:xfrm rot="16200000">
            <a:off x="687917" y="1373717"/>
            <a:ext cx="5494867" cy="5494867"/>
          </a:xfrm>
          <a:prstGeom prst="rtTriangle">
            <a:avLst/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pic>
        <p:nvPicPr>
          <p:cNvPr id="16" name="Picture 16" descr="AXIS_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833" y="198967"/>
            <a:ext cx="1176867" cy="4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019057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with image to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3" y="1314451"/>
            <a:ext cx="6652480" cy="4495800"/>
          </a:xfrm>
        </p:spPr>
        <p:txBody>
          <a:bodyPr>
            <a:normAutofit/>
          </a:bodyPr>
          <a:lstStyle>
            <a:lvl1pPr marL="359824" indent="-359824">
              <a:buClrTx/>
              <a:buFont typeface="Arial" panose="020B0604020202020204" pitchFamily="34" charset="0"/>
              <a:buChar char="&gt;"/>
              <a:defRPr sz="2400" baseline="0">
                <a:latin typeface="Arial"/>
                <a:cs typeface="Arial"/>
              </a:defRPr>
            </a:lvl1pPr>
            <a:lvl2pPr>
              <a:buClrTx/>
              <a:defRPr sz="2133" baseline="0">
                <a:latin typeface="Arial"/>
                <a:cs typeface="Arial"/>
              </a:defRPr>
            </a:lvl2pPr>
            <a:lvl3pPr>
              <a:buClrTx/>
              <a:defRPr sz="2133" baseline="0">
                <a:latin typeface="Arial"/>
                <a:cs typeface="Arial"/>
              </a:defRPr>
            </a:lvl3pPr>
            <a:lvl4pPr>
              <a:buClrTx/>
              <a:defRPr sz="1867" baseline="0">
                <a:latin typeface="Arial"/>
                <a:cs typeface="Arial"/>
              </a:defRPr>
            </a:lvl4pPr>
            <a:lvl5pPr>
              <a:buClrTx/>
              <a:defRPr sz="1867" baseline="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40454" y="389289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7245941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ClrTx/>
              <a:defRPr sz="2400" baseline="0"/>
            </a:lvl1pPr>
            <a:lvl2pPr>
              <a:buClrTx/>
              <a:defRPr sz="2133" baseline="0"/>
            </a:lvl2pPr>
            <a:lvl3pPr>
              <a:buClrTx/>
              <a:defRPr sz="2133" baseline="0"/>
            </a:lvl3pPr>
            <a:lvl4pPr>
              <a:buClrTx/>
              <a:defRPr sz="1867" baseline="0"/>
            </a:lvl4pPr>
            <a:lvl5pPr>
              <a:buClrTx/>
              <a:defRPr sz="1867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44984" y="386997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497681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40444" y="386997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735" y="1314451"/>
            <a:ext cx="5151967" cy="4495800"/>
          </a:xfrm>
        </p:spPr>
        <p:txBody>
          <a:bodyPr>
            <a:normAutofit/>
          </a:bodyPr>
          <a:lstStyle>
            <a:lvl1pPr>
              <a:buClrTx/>
              <a:defRPr sz="2133"/>
            </a:lvl1pPr>
            <a:lvl2pPr>
              <a:buClrTx/>
              <a:defRPr sz="1867"/>
            </a:lvl2pPr>
            <a:lvl3pPr>
              <a:buClrTx/>
              <a:defRPr sz="1867"/>
            </a:lvl3pPr>
            <a:lvl4pPr>
              <a:buClrTx/>
              <a:defRPr sz="1600"/>
            </a:lvl4pPr>
            <a:lvl5pPr>
              <a:buClrTx/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4902" y="1314451"/>
            <a:ext cx="5154084" cy="4495800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2989390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001" y="1309645"/>
            <a:ext cx="5251417" cy="639763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001" y="1949407"/>
            <a:ext cx="5251417" cy="3951288"/>
          </a:xfrm>
        </p:spPr>
        <p:txBody>
          <a:bodyPr>
            <a:normAutofit/>
          </a:bodyPr>
          <a:lstStyle>
            <a:lvl1pPr>
              <a:buClrTx/>
              <a:defRPr sz="2133"/>
            </a:lvl1pPr>
            <a:lvl2pPr>
              <a:buClrTx/>
              <a:defRPr sz="1867"/>
            </a:lvl2pPr>
            <a:lvl3pPr>
              <a:buClrTx/>
              <a:defRPr sz="1867"/>
            </a:lvl3pPr>
            <a:lvl4pPr>
              <a:buClrTx/>
              <a:defRPr sz="1600"/>
            </a:lvl4pPr>
            <a:lvl5pPr>
              <a:buClrTx/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09645"/>
            <a:ext cx="5389033" cy="639763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49407"/>
            <a:ext cx="5389033" cy="3951288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7504" y="386995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7495019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37504" y="386995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5612126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533401" y="850900"/>
            <a:ext cx="11275484" cy="338667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-745067" y="10585"/>
            <a:ext cx="3608917" cy="1358900"/>
            <a:chOff x="-558285" y="0"/>
            <a:chExt cx="2706362" cy="1018651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160867" y="0"/>
              <a:ext cx="1905000" cy="211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7" name="Trapezoid 6"/>
            <p:cNvSpPr/>
            <p:nvPr/>
          </p:nvSpPr>
          <p:spPr bwMode="auto">
            <a:xfrm rot="18900000">
              <a:off x="-415427" y="204682"/>
              <a:ext cx="1723817" cy="466485"/>
            </a:xfrm>
            <a:prstGeom prst="trapezoid">
              <a:avLst>
                <a:gd name="adj" fmla="val 100505"/>
              </a:avLst>
            </a:prstGeom>
            <a:solidFill>
              <a:srgbClr val="D8C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8" name="Trapezoid 7"/>
            <p:cNvSpPr/>
            <p:nvPr/>
          </p:nvSpPr>
          <p:spPr bwMode="auto">
            <a:xfrm rot="18900000">
              <a:off x="-558285" y="552166"/>
              <a:ext cx="2706362" cy="466485"/>
            </a:xfrm>
            <a:prstGeom prst="trapezoid">
              <a:avLst>
                <a:gd name="adj" fmla="val 100505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</p:grp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-745067" y="10585"/>
            <a:ext cx="3608917" cy="1358900"/>
            <a:chOff x="-558285" y="0"/>
            <a:chExt cx="2706362" cy="1018651"/>
          </a:xfrm>
        </p:grpSpPr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60867" y="0"/>
              <a:ext cx="1905000" cy="211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1" name="Trapezoid 10"/>
            <p:cNvSpPr/>
            <p:nvPr/>
          </p:nvSpPr>
          <p:spPr bwMode="auto">
            <a:xfrm rot="18900000">
              <a:off x="-415427" y="204682"/>
              <a:ext cx="1723817" cy="466485"/>
            </a:xfrm>
            <a:prstGeom prst="trapezoid">
              <a:avLst>
                <a:gd name="adj" fmla="val 100505"/>
              </a:avLst>
            </a:prstGeom>
            <a:solidFill>
              <a:srgbClr val="D8C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2" name="Trapezoid 11"/>
            <p:cNvSpPr/>
            <p:nvPr/>
          </p:nvSpPr>
          <p:spPr bwMode="auto">
            <a:xfrm rot="18900000">
              <a:off x="-558285" y="552166"/>
              <a:ext cx="2706362" cy="466485"/>
            </a:xfrm>
            <a:prstGeom prst="trapezoid">
              <a:avLst>
                <a:gd name="adj" fmla="val 100505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</p:grpSp>
      <p:grpSp>
        <p:nvGrpSpPr>
          <p:cNvPr id="13" name="Group 9"/>
          <p:cNvGrpSpPr>
            <a:grpSpLocks/>
          </p:cNvGrpSpPr>
          <p:nvPr userDrawn="1"/>
        </p:nvGrpSpPr>
        <p:grpSpPr bwMode="auto">
          <a:xfrm>
            <a:off x="-745067" y="10585"/>
            <a:ext cx="3608917" cy="1358900"/>
            <a:chOff x="-558285" y="0"/>
            <a:chExt cx="2706362" cy="1018651"/>
          </a:xfrm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60867" y="0"/>
              <a:ext cx="1905000" cy="211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5" name="Trapezoid 14"/>
            <p:cNvSpPr/>
            <p:nvPr/>
          </p:nvSpPr>
          <p:spPr bwMode="auto">
            <a:xfrm rot="18900000">
              <a:off x="-415427" y="204682"/>
              <a:ext cx="1723817" cy="466485"/>
            </a:xfrm>
            <a:prstGeom prst="trapezoid">
              <a:avLst>
                <a:gd name="adj" fmla="val 100505"/>
              </a:avLst>
            </a:prstGeom>
            <a:solidFill>
              <a:srgbClr val="D8C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6" name="Trapezoid 15"/>
            <p:cNvSpPr/>
            <p:nvPr/>
          </p:nvSpPr>
          <p:spPr bwMode="auto">
            <a:xfrm rot="18900000">
              <a:off x="-558285" y="552166"/>
              <a:ext cx="2706362" cy="466485"/>
            </a:xfrm>
            <a:prstGeom prst="trapezoid">
              <a:avLst>
                <a:gd name="adj" fmla="val 100505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37658744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11" y="365417"/>
            <a:ext cx="10124017" cy="485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/>
            </a:lvl1pPr>
            <a:lvl2pPr>
              <a:defRPr sz="2133" baseline="0"/>
            </a:lvl2pPr>
            <a:lvl3pPr>
              <a:defRPr sz="2133" baseline="0"/>
            </a:lvl3pPr>
            <a:lvl4pPr>
              <a:defRPr sz="2133" baseline="0"/>
            </a:lvl4pPr>
            <a:lvl5pPr>
              <a:defRPr sz="2133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720134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9733" y="1314451"/>
            <a:ext cx="1050925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7" name="Line 5"/>
          <p:cNvSpPr>
            <a:spLocks noChangeShapeType="1"/>
          </p:cNvSpPr>
          <p:nvPr/>
        </p:nvSpPr>
        <p:spPr bwMode="auto">
          <a:xfrm>
            <a:off x="622300" y="6210300"/>
            <a:ext cx="10972800" cy="0"/>
          </a:xfrm>
          <a:prstGeom prst="line">
            <a:avLst/>
          </a:prstGeom>
          <a:noFill/>
          <a:ln w="9525">
            <a:solidFill>
              <a:srgbClr val="7B6E6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2400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495300" y="6187018"/>
            <a:ext cx="124014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b="1" noProof="0">
                <a:solidFill>
                  <a:schemeClr val="accent2"/>
                </a:solidFill>
                <a:latin typeface="Arial"/>
                <a:cs typeface="Arial"/>
              </a:rPr>
              <a:t>www.axis.com</a:t>
            </a:r>
          </a:p>
        </p:txBody>
      </p:sp>
      <p:pic>
        <p:nvPicPr>
          <p:cNvPr id="2053" name="Picture 10" descr="AXIS_LOGO_RGB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967" y="6314018"/>
            <a:ext cx="971551" cy="34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2"/>
          <p:cNvSpPr>
            <a:spLocks/>
          </p:cNvSpPr>
          <p:nvPr/>
        </p:nvSpPr>
        <p:spPr bwMode="auto">
          <a:xfrm>
            <a:off x="620185" y="922867"/>
            <a:ext cx="10968567" cy="82551"/>
          </a:xfrm>
          <a:custGeom>
            <a:avLst/>
            <a:gdLst>
              <a:gd name="T0" fmla="*/ 61574 w 8226259"/>
              <a:gd name="T1" fmla="*/ 0 h 61569"/>
              <a:gd name="T2" fmla="*/ 8227089 w 8226259"/>
              <a:gd name="T3" fmla="*/ 0 h 61569"/>
              <a:gd name="T4" fmla="*/ 8227089 w 8226259"/>
              <a:gd name="T5" fmla="*/ 3795 h 61569"/>
              <a:gd name="T6" fmla="*/ 8169205 w 8226259"/>
              <a:gd name="T7" fmla="*/ 63309 h 61569"/>
              <a:gd name="T8" fmla="*/ 0 w 8226259"/>
              <a:gd name="T9" fmla="*/ 63309 h 61569"/>
              <a:gd name="T10" fmla="*/ 61574 w 8226259"/>
              <a:gd name="T11" fmla="*/ 0 h 61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26259" h="61569">
                <a:moveTo>
                  <a:pt x="61569" y="0"/>
                </a:moveTo>
                <a:lnTo>
                  <a:pt x="8226259" y="0"/>
                </a:lnTo>
                <a:lnTo>
                  <a:pt x="8226259" y="3690"/>
                </a:lnTo>
                <a:lnTo>
                  <a:pt x="8168380" y="61569"/>
                </a:lnTo>
                <a:lnTo>
                  <a:pt x="0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 sz="2400"/>
          </a:p>
        </p:txBody>
      </p:sp>
      <p:sp>
        <p:nvSpPr>
          <p:cNvPr id="1034" name="Parallelogram 6"/>
          <p:cNvSpPr>
            <a:spLocks noChangeArrowheads="1"/>
          </p:cNvSpPr>
          <p:nvPr/>
        </p:nvSpPr>
        <p:spPr bwMode="auto">
          <a:xfrm>
            <a:off x="1511301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035" name="Parallelogram 12"/>
          <p:cNvSpPr>
            <a:spLocks noChangeArrowheads="1"/>
          </p:cNvSpPr>
          <p:nvPr/>
        </p:nvSpPr>
        <p:spPr bwMode="auto">
          <a:xfrm>
            <a:off x="563034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2"/>
          </p:nvPr>
        </p:nvSpPr>
        <p:spPr bwMode="auto">
          <a:xfrm>
            <a:off x="1051984" y="6431851"/>
            <a:ext cx="2844800" cy="36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990575" indent="-380990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523962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2133547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743131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sz="1067">
              <a:solidFill>
                <a:srgbClr val="000000"/>
              </a:solidFill>
            </a:endParaRP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497418" y="6431134"/>
            <a:ext cx="474951" cy="20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990575" indent="-380990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523962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2133547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743131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C7B5673-C478-41E9-BE38-89A2975CF732}" type="slidenum">
              <a:rPr lang="en-US" sz="1067" smtClean="0"/>
              <a:pPr eaLnBrk="1" hangingPunct="1"/>
              <a:t>‹#›</a:t>
            </a:fld>
            <a:endParaRPr lang="en-US" sz="1067"/>
          </a:p>
        </p:txBody>
      </p:sp>
      <p:pic>
        <p:nvPicPr>
          <p:cNvPr id="11" name="Picture 10" descr="AXIS_LOGO_RGB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967" y="6314018"/>
            <a:ext cx="971551" cy="34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>
            <a:spLocks/>
          </p:cNvSpPr>
          <p:nvPr/>
        </p:nvSpPr>
        <p:spPr bwMode="auto">
          <a:xfrm>
            <a:off x="620185" y="922867"/>
            <a:ext cx="10968567" cy="82551"/>
          </a:xfrm>
          <a:custGeom>
            <a:avLst/>
            <a:gdLst>
              <a:gd name="T0" fmla="*/ 61574 w 8226259"/>
              <a:gd name="T1" fmla="*/ 0 h 61569"/>
              <a:gd name="T2" fmla="*/ 8227089 w 8226259"/>
              <a:gd name="T3" fmla="*/ 0 h 61569"/>
              <a:gd name="T4" fmla="*/ 8227089 w 8226259"/>
              <a:gd name="T5" fmla="*/ 3795 h 61569"/>
              <a:gd name="T6" fmla="*/ 8169205 w 8226259"/>
              <a:gd name="T7" fmla="*/ 63309 h 61569"/>
              <a:gd name="T8" fmla="*/ 0 w 8226259"/>
              <a:gd name="T9" fmla="*/ 63309 h 61569"/>
              <a:gd name="T10" fmla="*/ 61574 w 8226259"/>
              <a:gd name="T11" fmla="*/ 0 h 61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26259" h="61569">
                <a:moveTo>
                  <a:pt x="61569" y="0"/>
                </a:moveTo>
                <a:lnTo>
                  <a:pt x="8226259" y="0"/>
                </a:lnTo>
                <a:lnTo>
                  <a:pt x="8226259" y="3690"/>
                </a:lnTo>
                <a:lnTo>
                  <a:pt x="8168380" y="61569"/>
                </a:lnTo>
                <a:lnTo>
                  <a:pt x="0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Parallelogram 6"/>
          <p:cNvSpPr>
            <a:spLocks noChangeArrowheads="1"/>
          </p:cNvSpPr>
          <p:nvPr/>
        </p:nvSpPr>
        <p:spPr bwMode="auto">
          <a:xfrm>
            <a:off x="1511301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6" name="Parallelogram 12"/>
          <p:cNvSpPr>
            <a:spLocks noChangeArrowheads="1"/>
          </p:cNvSpPr>
          <p:nvPr/>
        </p:nvSpPr>
        <p:spPr bwMode="auto">
          <a:xfrm>
            <a:off x="563034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pic>
        <p:nvPicPr>
          <p:cNvPr id="17" name="Picture 16" descr="AXIS_LOGO_RGB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967" y="6314018"/>
            <a:ext cx="971551" cy="34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2"/>
          <p:cNvSpPr>
            <a:spLocks/>
          </p:cNvSpPr>
          <p:nvPr/>
        </p:nvSpPr>
        <p:spPr bwMode="auto">
          <a:xfrm>
            <a:off x="620185" y="922867"/>
            <a:ext cx="10968567" cy="82551"/>
          </a:xfrm>
          <a:custGeom>
            <a:avLst/>
            <a:gdLst>
              <a:gd name="T0" fmla="*/ 61574 w 8226259"/>
              <a:gd name="T1" fmla="*/ 0 h 61569"/>
              <a:gd name="T2" fmla="*/ 8227089 w 8226259"/>
              <a:gd name="T3" fmla="*/ 0 h 61569"/>
              <a:gd name="T4" fmla="*/ 8227089 w 8226259"/>
              <a:gd name="T5" fmla="*/ 3795 h 61569"/>
              <a:gd name="T6" fmla="*/ 8169205 w 8226259"/>
              <a:gd name="T7" fmla="*/ 63309 h 61569"/>
              <a:gd name="T8" fmla="*/ 0 w 8226259"/>
              <a:gd name="T9" fmla="*/ 63309 h 61569"/>
              <a:gd name="T10" fmla="*/ 61574 w 8226259"/>
              <a:gd name="T11" fmla="*/ 0 h 61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26259" h="61569">
                <a:moveTo>
                  <a:pt x="61569" y="0"/>
                </a:moveTo>
                <a:lnTo>
                  <a:pt x="8226259" y="0"/>
                </a:lnTo>
                <a:lnTo>
                  <a:pt x="8226259" y="3690"/>
                </a:lnTo>
                <a:lnTo>
                  <a:pt x="8168380" y="61569"/>
                </a:lnTo>
                <a:lnTo>
                  <a:pt x="0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Parallelogram 6"/>
          <p:cNvSpPr>
            <a:spLocks noChangeArrowheads="1"/>
          </p:cNvSpPr>
          <p:nvPr/>
        </p:nvSpPr>
        <p:spPr bwMode="auto">
          <a:xfrm>
            <a:off x="1511301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0" name="Parallelogram 12"/>
          <p:cNvSpPr>
            <a:spLocks noChangeArrowheads="1"/>
          </p:cNvSpPr>
          <p:nvPr/>
        </p:nvSpPr>
        <p:spPr bwMode="auto">
          <a:xfrm>
            <a:off x="563034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3557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>
    <p:wipe dir="r"/>
  </p:transition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59824" indent="-359824" algn="l" rtl="0" eaLnBrk="1" fontAlgn="base" hangingPunct="1">
        <a:spcBef>
          <a:spcPct val="60000"/>
        </a:spcBef>
        <a:spcAft>
          <a:spcPct val="0"/>
        </a:spcAft>
        <a:buClrTx/>
        <a:buFont typeface="Arial" panose="020B0604020202020204" pitchFamily="34" charset="0"/>
        <a:buChar char="&gt;"/>
        <a:defRPr sz="24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65176" indent="-266693" algn="l" rtl="0" eaLnBrk="1" fontAlgn="base" hangingPunct="1">
        <a:spcBef>
          <a:spcPct val="40000"/>
        </a:spcBef>
        <a:spcAft>
          <a:spcPct val="0"/>
        </a:spcAft>
        <a:buClrTx/>
        <a:buFont typeface="Arial" pitchFamily="34" charset="0"/>
        <a:buChar char="–"/>
        <a:defRPr sz="2133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612860" indent="-304792" algn="l" rtl="0" eaLnBrk="1" fontAlgn="base" hangingPunct="1">
        <a:spcBef>
          <a:spcPct val="20000"/>
        </a:spcBef>
        <a:spcAft>
          <a:spcPct val="0"/>
        </a:spcAft>
        <a:buClrTx/>
        <a:buChar char="–"/>
        <a:defRPr sz="2133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222444" indent="-304792" algn="l" rtl="0" eaLnBrk="1" fontAlgn="base" hangingPunct="1">
        <a:spcBef>
          <a:spcPct val="20000"/>
        </a:spcBef>
        <a:spcAft>
          <a:spcPct val="0"/>
        </a:spcAft>
        <a:buClrTx/>
        <a:buChar char="–"/>
        <a:defRPr sz="1867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81230" indent="-241294" algn="l" rtl="0" eaLnBrk="1" fontAlgn="base" hangingPunct="1">
        <a:spcBef>
          <a:spcPct val="20000"/>
        </a:spcBef>
        <a:spcAft>
          <a:spcPct val="0"/>
        </a:spcAft>
        <a:buClrTx/>
        <a:buChar char="»"/>
        <a:defRPr sz="1867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90815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6pPr>
      <a:lvl7pPr marL="4000400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7pPr>
      <a:lvl8pPr marL="4609985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8pPr>
      <a:lvl9pPr marL="5219570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EE3C-9268-4710-97FD-27306F20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799" y="1352735"/>
            <a:ext cx="9442676" cy="4152264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sv-SE" dirty="0" err="1">
                <a:ea typeface="ＭＳ Ｐゴシック"/>
              </a:rPr>
              <a:t>AoC</a:t>
            </a:r>
            <a:r>
              <a:rPr lang="sv-SE" dirty="0">
                <a:ea typeface="ＭＳ Ｐゴシック"/>
              </a:rPr>
              <a:t> Gold star event</a:t>
            </a:r>
            <a:br>
              <a:rPr lang="sv-SE" dirty="0"/>
            </a:br>
            <a:br>
              <a:rPr lang="sv-SE" dirty="0"/>
            </a:br>
            <a:r>
              <a:rPr lang="sv-SE" sz="3600" dirty="0"/>
              <a:t>Linköping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378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1FD3-8A28-0233-BF5E-32062A12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175E61E-8160-7D6B-C134-9C3AB20D0CAE}"/>
              </a:ext>
            </a:extLst>
          </p:cNvPr>
          <p:cNvSpPr txBox="1">
            <a:spLocks/>
          </p:cNvSpPr>
          <p:nvPr/>
        </p:nvSpPr>
        <p:spPr>
          <a:xfrm>
            <a:off x="957606" y="5244352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Prime</a:t>
            </a:r>
            <a:endParaRPr lang="sv-SE" sz="5000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511C9C49-0CE3-B533-52AB-BF71176208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7606" y="4457700"/>
                <a:ext cx="9496712" cy="1492623"/>
              </a:xfrm>
              <a:prstGeom prst="rect">
                <a:avLst/>
              </a:prstGeom>
            </p:spPr>
            <p:txBody>
              <a:bodyPr lIns="121920" tIns="60960" rIns="121920" bIns="60960" anchor="t">
                <a:noAutofit/>
              </a:bodyPr>
              <a:lstStyle>
                <a:lvl1pPr algn="l" rtl="0" eaLnBrk="1" fontAlgn="base" hangingPunct="1">
                  <a:lnSpc>
                    <a:spcPts val="7706"/>
                  </a:lnSpc>
                  <a:spcBef>
                    <a:spcPct val="30000"/>
                  </a:spcBef>
                  <a:spcAft>
                    <a:spcPct val="30000"/>
                  </a:spcAft>
                  <a:defRPr sz="7200" b="1" spc="0">
                    <a:solidFill>
                      <a:srgbClr val="FFCC33"/>
                    </a:solidFill>
                    <a:latin typeface="Arial"/>
                    <a:ea typeface="ＭＳ Ｐゴシック" charset="0"/>
                    <a:cs typeface="Arial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609585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6pPr>
                <a:lvl7pPr marL="121917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7pPr>
                <a:lvl8pPr marL="1828754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8pPr>
                <a:lvl9pPr marL="2438339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685800" indent="-685800">
                  <a:lnSpc>
                    <a:spcPct val="100000"/>
                  </a:lnSpc>
                  <a:buSzPct val="8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𝟏𝟕</m:t>
                        </m:r>
                      </m:e>
                      <m:sup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  <m:r>
                      <a:rPr lang="sv-SE" sz="50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5000" kern="0" dirty="0"/>
                  <a:t>in </a:t>
                </a:r>
                <a:r>
                  <a:rPr lang="sv-SE" sz="5000" kern="0" dirty="0" err="1"/>
                  <a:t>Fibonacci</a:t>
                </a:r>
                <a:r>
                  <a:rPr lang="sv-SE" sz="5000" kern="0" dirty="0"/>
                  <a:t> </a:t>
                </a:r>
                <a:r>
                  <a:rPr lang="sv-SE" sz="5000" kern="0" dirty="0" err="1"/>
                  <a:t>sequence</a:t>
                </a:r>
                <a:endParaRPr lang="sv-SE" sz="5000" kern="0" dirty="0"/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511C9C49-0CE3-B533-52AB-BF7117620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6" y="4457700"/>
                <a:ext cx="9496712" cy="1492623"/>
              </a:xfrm>
              <a:prstGeom prst="rect">
                <a:avLst/>
              </a:prstGeom>
              <a:blipFill>
                <a:blip r:embed="rId2"/>
                <a:stretch>
                  <a:fillRect l="-1736" t="-672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7D70D1BA-437C-B97B-18A2-A93D0A6340F3}"/>
              </a:ext>
            </a:extLst>
          </p:cNvPr>
          <p:cNvSpPr txBox="1">
            <a:spLocks/>
          </p:cNvSpPr>
          <p:nvPr/>
        </p:nvSpPr>
        <p:spPr>
          <a:xfrm>
            <a:off x="2556635" y="2605721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20000" kern="0" dirty="0"/>
              <a:t>1597</a:t>
            </a:r>
            <a:endParaRPr lang="sv-SE" sz="20000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BAADBAB-EFB0-9987-301B-3A40462236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7606" y="3640909"/>
                <a:ext cx="10814667" cy="1492623"/>
              </a:xfrm>
              <a:prstGeom prst="rect">
                <a:avLst/>
              </a:prstGeom>
            </p:spPr>
            <p:txBody>
              <a:bodyPr lIns="121920" tIns="60960" rIns="121920" bIns="60960" anchor="t">
                <a:noAutofit/>
              </a:bodyPr>
              <a:lstStyle>
                <a:lvl1pPr algn="l" rtl="0" eaLnBrk="1" fontAlgn="base" hangingPunct="1">
                  <a:lnSpc>
                    <a:spcPts val="7706"/>
                  </a:lnSpc>
                  <a:spcBef>
                    <a:spcPct val="30000"/>
                  </a:spcBef>
                  <a:spcAft>
                    <a:spcPct val="30000"/>
                  </a:spcAft>
                  <a:defRPr sz="7200" b="1" spc="0">
                    <a:solidFill>
                      <a:srgbClr val="FFCC33"/>
                    </a:solidFill>
                    <a:latin typeface="Arial"/>
                    <a:ea typeface="ＭＳ Ｐゴシック" charset="0"/>
                    <a:cs typeface="Arial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609585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6pPr>
                <a:lvl7pPr marL="121917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7pPr>
                <a:lvl8pPr marL="1828754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8pPr>
                <a:lvl9pPr marL="2438339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685800" indent="-685800">
                  <a:lnSpc>
                    <a:spcPct val="100000"/>
                  </a:lnSpc>
                  <a:buSzPct val="80000"/>
                  <a:buFont typeface="Arial" panose="020B0604020202020204" pitchFamily="34" charset="0"/>
                  <a:buChar char="•"/>
                </a:pPr>
                <a:r>
                  <a:rPr lang="sv-SE" sz="5000" kern="0" dirty="0"/>
                  <a:t>Sum </a:t>
                </a:r>
                <a:r>
                  <a:rPr lang="sv-SE" sz="5000" kern="0" dirty="0" err="1"/>
                  <a:t>of</a:t>
                </a:r>
                <a:r>
                  <a:rPr lang="sv-SE" sz="5000" kern="0" dirty="0"/>
                  <a:t> </a:t>
                </a:r>
                <a:r>
                  <a:rPr lang="sv-SE" sz="5000" kern="0" dirty="0" err="1"/>
                  <a:t>two</a:t>
                </a:r>
                <a:r>
                  <a:rPr lang="sv-SE" sz="5000" kern="0" dirty="0"/>
                  <a:t> </a:t>
                </a:r>
                <a:r>
                  <a:rPr lang="sv-SE" sz="5000" kern="0" dirty="0" err="1"/>
                  <a:t>squares</a:t>
                </a:r>
                <a:r>
                  <a:rPr lang="sv-SE" sz="5000" kern="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  <m:sup>
                        <m:r>
                          <a:rPr lang="sv-SE" sz="50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v-SE" sz="500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𝟑𝟕</m:t>
                        </m:r>
                      </m:e>
                      <m:sup>
                        <m:r>
                          <a:rPr lang="sv-SE" sz="50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sz="5000" kern="0" dirty="0"/>
                  <a:t>)</a:t>
                </a:r>
              </a:p>
            </p:txBody>
          </p:sp>
        </mc:Choice>
        <mc:Fallback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BAADBAB-EFB0-9987-301B-3A4046223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6" y="3640909"/>
                <a:ext cx="10814667" cy="1492623"/>
              </a:xfrm>
              <a:prstGeom prst="rect">
                <a:avLst/>
              </a:prstGeom>
              <a:blipFill>
                <a:blip r:embed="rId3"/>
                <a:stretch>
                  <a:fillRect l="-1526" t="-84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7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5DC2-BEC9-E611-CC6E-478457C2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5EBC-E9DD-4C48-5C1B-76298BB5C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635" y="2605721"/>
            <a:ext cx="8181387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1597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13B14ED-A9E9-144C-CCB7-01D75134DAD9}"/>
              </a:ext>
            </a:extLst>
          </p:cNvPr>
          <p:cNvSpPr txBox="1">
            <a:spLocks/>
          </p:cNvSpPr>
          <p:nvPr/>
        </p:nvSpPr>
        <p:spPr>
          <a:xfrm>
            <a:off x="3156971" y="3516993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stars </a:t>
            </a:r>
            <a:r>
              <a:rPr lang="sv-SE" sz="5000" kern="0" dirty="0" err="1"/>
              <a:t>collected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61080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982E-B9A4-DC03-114E-DBC71C55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2A3C-786F-D643-9778-339B47E9B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2BBB2E-5F84-C71E-A298-CFC85CBB6DC4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002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B152-18BE-B185-408F-4CFA4154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6387-3875-86B2-5684-1BC9B5A43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97A094-8F6C-666A-00A3-E42F18218DBF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F1BE39-3E48-BFBB-7797-DA62C03D0291}"/>
              </a:ext>
            </a:extLst>
          </p:cNvPr>
          <p:cNvSpPr txBox="1">
            <a:spLocks/>
          </p:cNvSpPr>
          <p:nvPr/>
        </p:nvSpPr>
        <p:spPr>
          <a:xfrm>
            <a:off x="3807212" y="3103260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 fontScale="25000" lnSpcReduction="20000"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80000" kern="0" dirty="0"/>
              <a:t>41</a:t>
            </a:r>
            <a:br>
              <a:rPr lang="en-SE" kern="0" dirty="0"/>
            </a:br>
            <a:br>
              <a:rPr lang="sv-SE" kern="0" dirty="0"/>
            </a:br>
            <a:br>
              <a:rPr lang="sv-SE" kern="0" dirty="0"/>
            </a:br>
            <a:endParaRPr lang="sv-SE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769071-87D8-F020-C533-539C1A6C265E}"/>
              </a:ext>
            </a:extLst>
          </p:cNvPr>
          <p:cNvSpPr txBox="1">
            <a:spLocks/>
          </p:cNvSpPr>
          <p:nvPr/>
        </p:nvSpPr>
        <p:spPr>
          <a:xfrm>
            <a:off x="2780454" y="3947297"/>
            <a:ext cx="5919794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sv-SE" sz="5000" kern="0" dirty="0"/>
              <a:t>at Gold star event</a:t>
            </a:r>
          </a:p>
        </p:txBody>
      </p:sp>
    </p:spTree>
    <p:extLst>
      <p:ext uri="{BB962C8B-B14F-4D97-AF65-F5344CB8AC3E}">
        <p14:creationId xmlns:p14="http://schemas.microsoft.com/office/powerpoint/2010/main" val="2940080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16B6-E2E8-1490-FD0D-0AD4C171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AEB2-35FC-2932-D304-59760C682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017574-6C97-7CCE-64BC-F351CEFEC523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734604-FF9F-B6B1-7DA3-E82AA6E1FC08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E1FE2F-DB9C-E6A7-5383-A3A6B9992D2C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594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5101-1F9D-DC73-D1BF-0B7C6F30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365F-C460-6DE7-A6EE-76D3483E7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31E4AE-1B43-17DB-97CD-46E6B0D04D25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7B7E5E-1ADC-E959-96A7-4F7265CCFE90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21DCC5-BB8C-0B32-722F-16849EC20A6A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AA30BF-850E-A7DE-A261-BE4CD7163670}"/>
              </a:ext>
            </a:extLst>
          </p:cNvPr>
          <p:cNvSpPr txBox="1">
            <a:spLocks/>
          </p:cNvSpPr>
          <p:nvPr/>
        </p:nvSpPr>
        <p:spPr>
          <a:xfrm>
            <a:off x="3538270" y="3944772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22200" kern="0" dirty="0"/>
              <a:t>24</a:t>
            </a:r>
            <a:br>
              <a:rPr lang="en-SE" kern="0" dirty="0"/>
            </a:br>
            <a:endParaRPr lang="sv-SE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802266-5A31-639E-293B-971D43B56592}"/>
              </a:ext>
            </a:extLst>
          </p:cNvPr>
          <p:cNvSpPr txBox="1">
            <a:spLocks/>
          </p:cNvSpPr>
          <p:nvPr/>
        </p:nvSpPr>
        <p:spPr>
          <a:xfrm>
            <a:off x="3130077" y="4848246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T-shirts </a:t>
            </a:r>
            <a:r>
              <a:rPr lang="sv-SE" sz="5000" kern="0" dirty="0" err="1"/>
              <a:t>earned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3839055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2160C-17C6-1F13-417A-FAA4F7BA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6A90-563F-CD91-049F-CF69BB5F2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E0FC90-0019-05C6-8D07-A3C74EF4D1E8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70EEC-F304-EE21-2788-9C79650349D4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BA56B1-7693-A587-0D66-28F4EDB85F8E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3A7202-8992-A421-A4B8-2A63E3D81EF5}"/>
              </a:ext>
            </a:extLst>
          </p:cNvPr>
          <p:cNvSpPr txBox="1">
            <a:spLocks/>
          </p:cNvSpPr>
          <p:nvPr/>
        </p:nvSpPr>
        <p:spPr>
          <a:xfrm>
            <a:off x="1568127" y="1663540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T-shirts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earned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4E7242-F38B-DF3F-3EF6-EC2AA02D1C25}"/>
              </a:ext>
            </a:extLst>
          </p:cNvPr>
          <p:cNvSpPr txBox="1">
            <a:spLocks/>
          </p:cNvSpPr>
          <p:nvPr/>
        </p:nvSpPr>
        <p:spPr>
          <a:xfrm>
            <a:off x="402319" y="1665901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24</a:t>
            </a:r>
            <a:endParaRPr lang="sv-SE" sz="4800" kern="0" dirty="0"/>
          </a:p>
        </p:txBody>
      </p:sp>
    </p:spTree>
    <p:extLst>
      <p:ext uri="{BB962C8B-B14F-4D97-AF65-F5344CB8AC3E}">
        <p14:creationId xmlns:p14="http://schemas.microsoft.com/office/powerpoint/2010/main" val="3271801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2E91-EEB7-7914-55F2-C685346D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7DCB-454D-45B7-EA0B-7AD3FE078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EA52CE1-B6D8-D442-F593-44FFB5C57D1F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4B0F21-54F4-0440-3339-1609305F3F71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E26578-ED40-D9D3-BEF1-DEDB7BDBF057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F7DFCF-D892-7A6C-53DD-CFAC08CD701E}"/>
              </a:ext>
            </a:extLst>
          </p:cNvPr>
          <p:cNvSpPr txBox="1">
            <a:spLocks/>
          </p:cNvSpPr>
          <p:nvPr/>
        </p:nvSpPr>
        <p:spPr>
          <a:xfrm>
            <a:off x="1568127" y="1663540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T-shirts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earned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5F4CBBF-B5D7-7429-364C-2689AB5D75BB}"/>
              </a:ext>
            </a:extLst>
          </p:cNvPr>
          <p:cNvSpPr txBox="1">
            <a:spLocks/>
          </p:cNvSpPr>
          <p:nvPr/>
        </p:nvSpPr>
        <p:spPr>
          <a:xfrm>
            <a:off x="402319" y="1665901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24</a:t>
            </a:r>
            <a:endParaRPr lang="sv-SE" sz="48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EC6E26-955B-54BD-B925-ED379955C1D1}"/>
              </a:ext>
            </a:extLst>
          </p:cNvPr>
          <p:cNvSpPr txBox="1">
            <a:spLocks/>
          </p:cNvSpPr>
          <p:nvPr/>
        </p:nvSpPr>
        <p:spPr>
          <a:xfrm>
            <a:off x="3686188" y="3794721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22200" kern="0" dirty="0"/>
              <a:t>18</a:t>
            </a:r>
            <a:br>
              <a:rPr lang="en-SE" kern="0" dirty="0"/>
            </a:br>
            <a:endParaRPr lang="sv-SE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09BD74-78D2-19A3-2154-5AC26EAFDF73}"/>
              </a:ext>
            </a:extLst>
          </p:cNvPr>
          <p:cNvSpPr txBox="1">
            <a:spLocks/>
          </p:cNvSpPr>
          <p:nvPr/>
        </p:nvSpPr>
        <p:spPr>
          <a:xfrm>
            <a:off x="3348018" y="4445787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completed</a:t>
            </a:r>
            <a:r>
              <a:rPr lang="sv-SE" sz="5000" kern="0" dirty="0"/>
              <a:t> on </a:t>
            </a:r>
            <a:r>
              <a:rPr lang="sv-SE" sz="5000" kern="0" dirty="0" err="1"/>
              <a:t>Christmas</a:t>
            </a:r>
            <a:r>
              <a:rPr lang="sv-SE" sz="5000" kern="0" dirty="0"/>
              <a:t> </a:t>
            </a:r>
            <a:r>
              <a:rPr lang="sv-SE" sz="5000" kern="0" dirty="0" err="1"/>
              <a:t>day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2401676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0606-C449-95F0-802A-23DC22F3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F21E-3986-C46A-74F7-1BD546858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2FE67B-B05A-A3A7-25DA-05961FD15EC0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B9DA97-6935-AA42-7604-1566DEDAC84D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606C6C-9184-5527-272B-A1BA56C5F2A5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495339-15BE-C96F-D576-C29F8F503136}"/>
              </a:ext>
            </a:extLst>
          </p:cNvPr>
          <p:cNvSpPr txBox="1">
            <a:spLocks/>
          </p:cNvSpPr>
          <p:nvPr/>
        </p:nvSpPr>
        <p:spPr>
          <a:xfrm>
            <a:off x="1568127" y="1663540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T-shirts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earned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8F21190-F724-8AF2-C90A-E540F34F070A}"/>
              </a:ext>
            </a:extLst>
          </p:cNvPr>
          <p:cNvSpPr txBox="1">
            <a:spLocks/>
          </p:cNvSpPr>
          <p:nvPr/>
        </p:nvSpPr>
        <p:spPr>
          <a:xfrm>
            <a:off x="402319" y="1665901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24</a:t>
            </a:r>
            <a:endParaRPr lang="sv-SE" sz="4800" kern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38F429B-8E7C-32EF-3F2C-836FB88858BD}"/>
              </a:ext>
            </a:extLst>
          </p:cNvPr>
          <p:cNvSpPr txBox="1">
            <a:spLocks/>
          </p:cNvSpPr>
          <p:nvPr/>
        </p:nvSpPr>
        <p:spPr>
          <a:xfrm>
            <a:off x="1572609" y="2340373"/>
            <a:ext cx="995152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completed</a:t>
            </a:r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 on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Christmas</a:t>
            </a:r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day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A2B99A-BFE0-4B07-F4EC-70883536F3A1}"/>
              </a:ext>
            </a:extLst>
          </p:cNvPr>
          <p:cNvSpPr txBox="1">
            <a:spLocks/>
          </p:cNvSpPr>
          <p:nvPr/>
        </p:nvSpPr>
        <p:spPr>
          <a:xfrm>
            <a:off x="406802" y="2342734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18</a:t>
            </a:r>
            <a:endParaRPr lang="sv-SE" sz="4800" kern="0" dirty="0"/>
          </a:p>
        </p:txBody>
      </p:sp>
    </p:spTree>
    <p:extLst>
      <p:ext uri="{BB962C8B-B14F-4D97-AF65-F5344CB8AC3E}">
        <p14:creationId xmlns:p14="http://schemas.microsoft.com/office/powerpoint/2010/main" val="161254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64D13-25D9-5B26-E200-CC51D332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15849F2-7EBE-324F-3F13-C35373D5E882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B4A3AB-1D05-85FC-6AE5-FADEF3BC1B84}"/>
              </a:ext>
            </a:extLst>
          </p:cNvPr>
          <p:cNvSpPr txBox="1">
            <a:spLocks/>
          </p:cNvSpPr>
          <p:nvPr/>
        </p:nvSpPr>
        <p:spPr>
          <a:xfrm>
            <a:off x="2708040" y="2811315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42DD18-ACC2-60CB-B881-31CAF6D8E630}"/>
              </a:ext>
            </a:extLst>
          </p:cNvPr>
          <p:cNvSpPr txBox="1">
            <a:spLocks/>
          </p:cNvSpPr>
          <p:nvPr/>
        </p:nvSpPr>
        <p:spPr>
          <a:xfrm>
            <a:off x="5866703" y="2811316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75AB01-096D-590D-2F42-77D1409393B1}"/>
              </a:ext>
            </a:extLst>
          </p:cNvPr>
          <p:cNvSpPr txBox="1">
            <a:spLocks/>
          </p:cNvSpPr>
          <p:nvPr/>
        </p:nvSpPr>
        <p:spPr>
          <a:xfrm>
            <a:off x="1152588" y="3916509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1:13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77104A-0A9F-3AFD-5344-B1CCE2E9A35A}"/>
              </a:ext>
            </a:extLst>
          </p:cNvPr>
          <p:cNvSpPr txBox="1">
            <a:spLocks/>
          </p:cNvSpPr>
          <p:nvPr/>
        </p:nvSpPr>
        <p:spPr>
          <a:xfrm>
            <a:off x="3318336" y="3916509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Alexander Berntsson</a:t>
            </a:r>
          </a:p>
        </p:txBody>
      </p:sp>
    </p:spTree>
    <p:extLst>
      <p:ext uri="{BB962C8B-B14F-4D97-AF65-F5344CB8AC3E}">
        <p14:creationId xmlns:p14="http://schemas.microsoft.com/office/powerpoint/2010/main" val="405606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793D-E5EA-ABFA-1A81-E23FB2A5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BE8C0A7-3F38-3A9F-67C6-EE30EE3140D9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A504984-495A-F6D3-286C-50940ADD27B0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26AB57A-6CFD-214C-67E1-BD2DE50451D2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F47B500-097E-A58D-A846-7FCE18B09477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</p:spTree>
    <p:extLst>
      <p:ext uri="{BB962C8B-B14F-4D97-AF65-F5344CB8AC3E}">
        <p14:creationId xmlns:p14="http://schemas.microsoft.com/office/powerpoint/2010/main" val="1041446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5E06-BD2A-BFD0-87FB-B6A33C21E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AA8A-ACC4-CA1E-F6D4-481698862225}"/>
              </a:ext>
            </a:extLst>
          </p:cNvPr>
          <p:cNvSpPr txBox="1">
            <a:spLocks/>
          </p:cNvSpPr>
          <p:nvPr/>
        </p:nvSpPr>
        <p:spPr>
          <a:xfrm>
            <a:off x="2328212" y="2811315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Both</a:t>
            </a:r>
            <a:r>
              <a:rPr lang="sv-SE" sz="5000" kern="0" dirty="0"/>
              <a:t> stars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AF5BF7-23B9-B0FF-0C5C-F3E9DF42295E}"/>
              </a:ext>
            </a:extLst>
          </p:cNvPr>
          <p:cNvSpPr txBox="1">
            <a:spLocks/>
          </p:cNvSpPr>
          <p:nvPr/>
        </p:nvSpPr>
        <p:spPr>
          <a:xfrm>
            <a:off x="5866703" y="2811316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441AB3-A783-962A-CE97-92A524392F87}"/>
              </a:ext>
            </a:extLst>
          </p:cNvPr>
          <p:cNvSpPr txBox="1">
            <a:spLocks/>
          </p:cNvSpPr>
          <p:nvPr/>
        </p:nvSpPr>
        <p:spPr>
          <a:xfrm>
            <a:off x="1152588" y="3916509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3:05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BEBD52-C138-6927-E9FF-97EF476BC493}"/>
              </a:ext>
            </a:extLst>
          </p:cNvPr>
          <p:cNvSpPr txBox="1">
            <a:spLocks/>
          </p:cNvSpPr>
          <p:nvPr/>
        </p:nvSpPr>
        <p:spPr>
          <a:xfrm>
            <a:off x="3318336" y="3916509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000" dirty="0"/>
              <a:t>Alexander </a:t>
            </a:r>
            <a:r>
              <a:rPr lang="en-GB" sz="5000" dirty="0" err="1"/>
              <a:t>Berntsson</a:t>
            </a:r>
            <a:endParaRPr lang="sv-SE" sz="5000" kern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94DCAA-CD76-454D-84D5-A075B1E3FBEB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2B69FEB-76EC-F724-5342-58AC3859EA17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2B0C65-C459-D378-8C53-95DF800DC80E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230971-2612-FBF8-C90B-907722E74230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</p:spTree>
    <p:extLst>
      <p:ext uri="{BB962C8B-B14F-4D97-AF65-F5344CB8AC3E}">
        <p14:creationId xmlns:p14="http://schemas.microsoft.com/office/powerpoint/2010/main" val="1377463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6EBA-493E-64BE-B57A-BA4B69B9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6BFE27-4E80-10EB-BA35-876C3007107F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EFB542-3AB7-E741-8DA9-4DD53F83F0D3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C22CBE-63C3-E48D-D65C-86AD3F193E3F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47A478-419B-DF0C-BBD6-C42AC8E3E1F8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4280170-F3C5-F7BE-A8BA-FDEF9B9DE842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726B449-0CC2-D314-FEA5-347F413FE4CF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0E4DA3-13B8-6770-FAE3-7AB88428A112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</p:spTree>
    <p:extLst>
      <p:ext uri="{BB962C8B-B14F-4D97-AF65-F5344CB8AC3E}">
        <p14:creationId xmlns:p14="http://schemas.microsoft.com/office/powerpoint/2010/main" val="3657763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AFC0-E989-FDEF-2E6A-87C80837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0FBC26-BA25-8073-CE39-EAFDF0A02D87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FE8933-54FB-F903-7A68-7A99CA0DD6BB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0FEBC4-315F-7822-E9FB-CBF761A609E3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60E12D8-6671-255C-1F77-6FB3DF711C12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CBBE605-FE51-0236-13CA-912C82ED265F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56E31B-3628-BDD5-CC04-743EE8CEEF80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9D2C947-36D9-59D9-BD1E-141A37D7E4D4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9CA40-624F-D2C2-7156-2FFF2A5AAC91}"/>
              </a:ext>
            </a:extLst>
          </p:cNvPr>
          <p:cNvSpPr txBox="1">
            <a:spLocks/>
          </p:cNvSpPr>
          <p:nvPr/>
        </p:nvSpPr>
        <p:spPr>
          <a:xfrm>
            <a:off x="2319945" y="3319957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star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A20064-4E81-0013-776D-560C9EA73C51}"/>
              </a:ext>
            </a:extLst>
          </p:cNvPr>
          <p:cNvSpPr txBox="1">
            <a:spLocks/>
          </p:cNvSpPr>
          <p:nvPr/>
        </p:nvSpPr>
        <p:spPr>
          <a:xfrm>
            <a:off x="5858436" y="331995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1EB15-C59F-535A-0EED-6A0C3CC61A62}"/>
              </a:ext>
            </a:extLst>
          </p:cNvPr>
          <p:cNvSpPr txBox="1">
            <a:spLocks/>
          </p:cNvSpPr>
          <p:nvPr/>
        </p:nvSpPr>
        <p:spPr>
          <a:xfrm>
            <a:off x="1512535" y="441170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46:18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D73083-811F-993D-BE4C-8A9882508905}"/>
              </a:ext>
            </a:extLst>
          </p:cNvPr>
          <p:cNvSpPr txBox="1">
            <a:spLocks/>
          </p:cNvSpPr>
          <p:nvPr/>
        </p:nvSpPr>
        <p:spPr>
          <a:xfrm>
            <a:off x="3310069" y="4425151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000" dirty="0"/>
              <a:t>Emanuel </a:t>
            </a:r>
            <a:r>
              <a:rPr lang="en-GB" sz="5000" dirty="0" err="1"/>
              <a:t>Särnhammar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3320305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AD53-71DA-F9DC-7506-10D40CC8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AB544D7-3E48-ADB8-BFBD-A19758166099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D50DCC-5FAB-5487-AB72-1714D1E7A0FF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910FEE-149B-F787-CBEA-272326CB3F44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49FDB95-35F6-0DE2-234B-EE682AD4864A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EACC0C-FF1B-501E-878A-66DA6BF18177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02D7F6-5467-5F22-B284-DDF23763A3E0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08012CF-C1F8-EDF2-5A04-0F6AB98F2CA0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FD1F23-0E5E-948D-3804-2F7DE7B18629}"/>
              </a:ext>
            </a:extLst>
          </p:cNvPr>
          <p:cNvSpPr txBox="1">
            <a:spLocks/>
          </p:cNvSpPr>
          <p:nvPr/>
        </p:nvSpPr>
        <p:spPr>
          <a:xfrm>
            <a:off x="633022" y="2775640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4E65BF-5DC8-BD3C-5E26-4FA3B01ABB73}"/>
              </a:ext>
            </a:extLst>
          </p:cNvPr>
          <p:cNvSpPr txBox="1">
            <a:spLocks/>
          </p:cNvSpPr>
          <p:nvPr/>
        </p:nvSpPr>
        <p:spPr>
          <a:xfrm>
            <a:off x="3903210" y="2775640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21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21BDBA2-4647-9166-E129-E05ACCEE89C6}"/>
              </a:ext>
            </a:extLst>
          </p:cNvPr>
          <p:cNvSpPr txBox="1">
            <a:spLocks/>
          </p:cNvSpPr>
          <p:nvPr/>
        </p:nvSpPr>
        <p:spPr>
          <a:xfrm>
            <a:off x="6351495" y="2775640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46:18</a:t>
            </a:r>
          </a:p>
        </p:txBody>
      </p:sp>
    </p:spTree>
    <p:extLst>
      <p:ext uri="{BB962C8B-B14F-4D97-AF65-F5344CB8AC3E}">
        <p14:creationId xmlns:p14="http://schemas.microsoft.com/office/powerpoint/2010/main" val="28765896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CDE5-A955-C39B-9716-8852EA7D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5425D6-5A69-2FA6-4C20-5A8D9C8B82D1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8CE929-F6F6-928B-6F39-C2E75792B62E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8D03C6-AA3A-8CA7-D2AE-66183FCCDEAF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635F4D-5B08-3A8C-5A53-EDD572BFA0AE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BE06570-084E-C390-949D-EC2D636D2046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61A6CF0-0456-8197-9D07-020ECC1B4932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BE934FF-469B-AEEF-E944-B11E4CB0EA45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7B749-8B1A-D211-B562-14AFF8AB6DB7}"/>
              </a:ext>
            </a:extLst>
          </p:cNvPr>
          <p:cNvSpPr txBox="1">
            <a:spLocks/>
          </p:cNvSpPr>
          <p:nvPr/>
        </p:nvSpPr>
        <p:spPr>
          <a:xfrm>
            <a:off x="633022" y="2775640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DC7813-6D30-72ED-B683-0BF26ED495A2}"/>
              </a:ext>
            </a:extLst>
          </p:cNvPr>
          <p:cNvSpPr txBox="1">
            <a:spLocks/>
          </p:cNvSpPr>
          <p:nvPr/>
        </p:nvSpPr>
        <p:spPr>
          <a:xfrm>
            <a:off x="3903210" y="2775640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21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429C1F2-3D66-B01E-DF50-DC4574070FDB}"/>
              </a:ext>
            </a:extLst>
          </p:cNvPr>
          <p:cNvSpPr txBox="1">
            <a:spLocks/>
          </p:cNvSpPr>
          <p:nvPr/>
        </p:nvSpPr>
        <p:spPr>
          <a:xfrm>
            <a:off x="6351495" y="2775640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46:18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6B812-F61C-F626-46B2-DD689B39676B}"/>
              </a:ext>
            </a:extLst>
          </p:cNvPr>
          <p:cNvSpPr txBox="1">
            <a:spLocks/>
          </p:cNvSpPr>
          <p:nvPr/>
        </p:nvSpPr>
        <p:spPr>
          <a:xfrm>
            <a:off x="2302015" y="358878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Both</a:t>
            </a:r>
            <a:r>
              <a:rPr lang="sv-SE" sz="5000" kern="0" dirty="0"/>
              <a:t> stars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B283D12-66C8-6426-CB32-9DD3F6223AC3}"/>
              </a:ext>
            </a:extLst>
          </p:cNvPr>
          <p:cNvSpPr txBox="1">
            <a:spLocks/>
          </p:cNvSpPr>
          <p:nvPr/>
        </p:nvSpPr>
        <p:spPr>
          <a:xfrm>
            <a:off x="5840506" y="3588785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9DC1A9-2EEF-FD4C-DECD-C96276C7B3AC}"/>
              </a:ext>
            </a:extLst>
          </p:cNvPr>
          <p:cNvSpPr txBox="1">
            <a:spLocks/>
          </p:cNvSpPr>
          <p:nvPr/>
        </p:nvSpPr>
        <p:spPr>
          <a:xfrm>
            <a:off x="1494605" y="4680531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51:57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82366A-FB2C-A432-BE81-2BA50C379CD1}"/>
              </a:ext>
            </a:extLst>
          </p:cNvPr>
          <p:cNvSpPr txBox="1">
            <a:spLocks/>
          </p:cNvSpPr>
          <p:nvPr/>
        </p:nvSpPr>
        <p:spPr>
          <a:xfrm>
            <a:off x="3292139" y="4693978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000" dirty="0"/>
              <a:t>Astrid </a:t>
            </a:r>
            <a:r>
              <a:rPr lang="en-GB" sz="5000" dirty="0" err="1"/>
              <a:t>Lauenstein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2085737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CCF0-4034-E525-D024-221BC11A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49B5298-A40A-4B71-CA20-3EAE9FAC1AB5}"/>
              </a:ext>
            </a:extLst>
          </p:cNvPr>
          <p:cNvSpPr txBox="1">
            <a:spLocks/>
          </p:cNvSpPr>
          <p:nvPr/>
        </p:nvSpPr>
        <p:spPr>
          <a:xfrm>
            <a:off x="3068170" y="633480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AW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7B9403-1B0F-E831-6F5B-2BBB109CB989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to get 10 stars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62131D4-A2B0-8988-17DE-AD21AB9541C7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06:12:49 December 5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0C20F3F-A8D4-A661-98A9-466C1CD6A2EC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E0F8A6-B077-B1E4-C2D6-CE983C175E42}"/>
              </a:ext>
            </a:extLst>
          </p:cNvPr>
          <p:cNvSpPr txBox="1">
            <a:spLocks/>
          </p:cNvSpPr>
          <p:nvPr/>
        </p:nvSpPr>
        <p:spPr>
          <a:xfrm>
            <a:off x="1543048" y="3985586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Kevin Mårtensson </a:t>
            </a:r>
            <a:r>
              <a:rPr lang="sv-SE" sz="5000" kern="0" dirty="0" err="1"/>
              <a:t>Tolentino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1172923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1CD-8358-6B46-1DE2-2A43D605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9C6C6AC-C1CB-0A14-54AE-FD419E3DD778}"/>
              </a:ext>
            </a:extLst>
          </p:cNvPr>
          <p:cNvSpPr txBox="1">
            <a:spLocks/>
          </p:cNvSpPr>
          <p:nvPr/>
        </p:nvSpPr>
        <p:spPr>
          <a:xfrm>
            <a:off x="3068170" y="633480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AW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DC83360-3D0F-6180-663C-D7D9A5E98C9F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Last to get 10 stars*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B89D113-7B52-083E-7CBC-C170E571AA93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12:06:28 December 13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4AFD18-0022-AE66-98CA-585C2F95A0EB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D61B57B-E530-B269-63D0-9FD8D88EE55B}"/>
              </a:ext>
            </a:extLst>
          </p:cNvPr>
          <p:cNvSpPr txBox="1">
            <a:spLocks/>
          </p:cNvSpPr>
          <p:nvPr/>
        </p:nvSpPr>
        <p:spPr>
          <a:xfrm>
            <a:off x="3068170" y="3965415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Anton </a:t>
            </a:r>
            <a:r>
              <a:rPr lang="sv-SE" sz="5000" kern="0" dirty="0" err="1"/>
              <a:t>Tunander</a:t>
            </a:r>
            <a:endParaRPr lang="sv-SE" sz="5000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7A34E9-4AE0-4295-C5D1-A00EF4BBA4BC}"/>
              </a:ext>
            </a:extLst>
          </p:cNvPr>
          <p:cNvSpPr txBox="1">
            <a:spLocks/>
          </p:cNvSpPr>
          <p:nvPr/>
        </p:nvSpPr>
        <p:spPr>
          <a:xfrm>
            <a:off x="9338980" y="1379791"/>
            <a:ext cx="2530289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2800" kern="0" dirty="0"/>
              <a:t>*</a:t>
            </a:r>
            <a:r>
              <a:rPr lang="sv-SE" sz="2800" kern="0" dirty="0" err="1"/>
              <a:t>before</a:t>
            </a:r>
            <a:r>
              <a:rPr lang="sv-SE" sz="2800" kern="0" dirty="0"/>
              <a:t> 15/12</a:t>
            </a:r>
          </a:p>
        </p:txBody>
      </p:sp>
    </p:spTree>
    <p:extLst>
      <p:ext uri="{BB962C8B-B14F-4D97-AF65-F5344CB8AC3E}">
        <p14:creationId xmlns:p14="http://schemas.microsoft.com/office/powerpoint/2010/main" val="2778069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55D1-35CB-B2D1-06C1-604B4F61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EB372B-0A60-41D9-4444-7434CB72D367}"/>
              </a:ext>
            </a:extLst>
          </p:cNvPr>
          <p:cNvSpPr txBox="1">
            <a:spLocks/>
          </p:cNvSpPr>
          <p:nvPr/>
        </p:nvSpPr>
        <p:spPr>
          <a:xfrm>
            <a:off x="2772335" y="60774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T-shirt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D2A4B9B-9FF9-0B20-5F34-FDA4D1704D52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to get 50 stars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D797234-3234-83E9-3593-C6B002F1EAFD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06:05:03 December 25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385279E-B574-6B52-53B1-E5321BE259F0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6E5F302-6C5D-C910-7664-83E524E86DB8}"/>
              </a:ext>
            </a:extLst>
          </p:cNvPr>
          <p:cNvSpPr txBox="1">
            <a:spLocks/>
          </p:cNvSpPr>
          <p:nvPr/>
        </p:nvSpPr>
        <p:spPr>
          <a:xfrm>
            <a:off x="3086097" y="3965415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Lars </a:t>
            </a:r>
            <a:r>
              <a:rPr lang="sv-SE" sz="5000" kern="0" dirty="0" err="1"/>
              <a:t>Haulin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1274729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6337-AF2A-AF20-3E1A-1AFE8D39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63D3F15-D7E8-67BD-C0E3-7ED1DC0FA65F}"/>
              </a:ext>
            </a:extLst>
          </p:cNvPr>
          <p:cNvSpPr txBox="1">
            <a:spLocks/>
          </p:cNvSpPr>
          <p:nvPr/>
        </p:nvSpPr>
        <p:spPr>
          <a:xfrm>
            <a:off x="3068170" y="633480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T-shirt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31E9C5-3A91-8832-617B-91E464E0C5AE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Last to get 50 stars*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7699FD4-008D-FF02-57FE-136238D1F5F6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12:30:25 December 31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970A3DF-2AF9-10EE-3FB4-748DA2B8AB39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110E29-DC9C-D0AE-6658-BB5F696F8BE1}"/>
              </a:ext>
            </a:extLst>
          </p:cNvPr>
          <p:cNvSpPr txBox="1">
            <a:spLocks/>
          </p:cNvSpPr>
          <p:nvPr/>
        </p:nvSpPr>
        <p:spPr>
          <a:xfrm>
            <a:off x="3485029" y="3965415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Martin Högstedt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FC333-3455-F9B2-D666-CEEC3AC119F3}"/>
              </a:ext>
            </a:extLst>
          </p:cNvPr>
          <p:cNvSpPr txBox="1">
            <a:spLocks/>
          </p:cNvSpPr>
          <p:nvPr/>
        </p:nvSpPr>
        <p:spPr>
          <a:xfrm>
            <a:off x="9621369" y="1317812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2800" kern="0" dirty="0"/>
              <a:t>*in 2024</a:t>
            </a:r>
          </a:p>
        </p:txBody>
      </p:sp>
    </p:spTree>
    <p:extLst>
      <p:ext uri="{BB962C8B-B14F-4D97-AF65-F5344CB8AC3E}">
        <p14:creationId xmlns:p14="http://schemas.microsoft.com/office/powerpoint/2010/main" val="64407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370C-DF07-270B-9EAD-9EEC0E16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88D7B7F-398A-3D0A-BE74-E6A53CCDC756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Naughty</a:t>
            </a:r>
            <a:r>
              <a:rPr lang="sv-SE" sz="5000" kern="0" dirty="0"/>
              <a:t> list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9D83250-0D00-5349-7EE2-71F567EF63EF}"/>
              </a:ext>
            </a:extLst>
          </p:cNvPr>
          <p:cNvSpPr txBox="1">
            <a:spLocks/>
          </p:cNvSpPr>
          <p:nvPr/>
        </p:nvSpPr>
        <p:spPr>
          <a:xfrm>
            <a:off x="777688" y="2331494"/>
            <a:ext cx="6169958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15:05-16:00</a:t>
            </a:r>
            <a:r>
              <a:rPr lang="sv-SE" sz="5000" kern="0" dirty="0"/>
              <a:t> </a:t>
            </a:r>
            <a:r>
              <a:rPr lang="sv-SE" sz="3200" kern="0" dirty="0"/>
              <a:t>Kalle och hans 		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052AEF6-3A78-155D-D17B-3B2FD4098D1F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2317C74-774E-3C81-9EAF-310E2E3618C5}"/>
              </a:ext>
            </a:extLst>
          </p:cNvPr>
          <p:cNvSpPr txBox="1">
            <a:spLocks/>
          </p:cNvSpPr>
          <p:nvPr/>
        </p:nvSpPr>
        <p:spPr>
          <a:xfrm>
            <a:off x="114300" y="262443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25FBC5-1BC6-59CF-DA18-6A1843AB1FE0}"/>
              </a:ext>
            </a:extLst>
          </p:cNvPr>
          <p:cNvSpPr txBox="1">
            <a:spLocks/>
          </p:cNvSpPr>
          <p:nvPr/>
        </p:nvSpPr>
        <p:spPr>
          <a:xfrm>
            <a:off x="114300" y="3216862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BBF39-DD72-67AB-9507-06D00986F2BF}"/>
              </a:ext>
            </a:extLst>
          </p:cNvPr>
          <p:cNvSpPr txBox="1">
            <a:spLocks/>
          </p:cNvSpPr>
          <p:nvPr/>
        </p:nvSpPr>
        <p:spPr>
          <a:xfrm>
            <a:off x="114300" y="473189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19:45-19:55 H.M. Konungens jultal: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120783-39CB-D54B-6C8D-45BF51A8639D}"/>
              </a:ext>
            </a:extLst>
          </p:cNvPr>
          <p:cNvSpPr txBox="1">
            <a:spLocks/>
          </p:cNvSpPr>
          <p:nvPr/>
        </p:nvSpPr>
        <p:spPr>
          <a:xfrm>
            <a:off x="114300" y="4186518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Juldagen: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C1D089-E919-D426-C5A5-B0F80388AE6C}"/>
              </a:ext>
            </a:extLst>
          </p:cNvPr>
          <p:cNvSpPr txBox="1">
            <a:spLocks/>
          </p:cNvSpPr>
          <p:nvPr/>
        </p:nvSpPr>
        <p:spPr>
          <a:xfrm>
            <a:off x="114300" y="1442563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Julafton: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02F527-B66C-03B3-1C76-C966A1A366F9}"/>
              </a:ext>
            </a:extLst>
          </p:cNvPr>
          <p:cNvSpPr txBox="1">
            <a:spLocks/>
          </p:cNvSpPr>
          <p:nvPr/>
        </p:nvSpPr>
        <p:spPr>
          <a:xfrm>
            <a:off x="6705600" y="3058454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0154C29-7459-456A-332D-8770FE95F1DD}"/>
              </a:ext>
            </a:extLst>
          </p:cNvPr>
          <p:cNvSpPr txBox="1">
            <a:spLocks/>
          </p:cNvSpPr>
          <p:nvPr/>
        </p:nvSpPr>
        <p:spPr>
          <a:xfrm>
            <a:off x="7158317" y="2633568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8A32A9C-64CA-446D-BA2A-49E06E5804A5}"/>
              </a:ext>
            </a:extLst>
          </p:cNvPr>
          <p:cNvSpPr txBox="1">
            <a:spLocks/>
          </p:cNvSpPr>
          <p:nvPr/>
        </p:nvSpPr>
        <p:spPr>
          <a:xfrm>
            <a:off x="1750357" y="3071082"/>
            <a:ext cx="4731126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vänner önskar god jul:		</a:t>
            </a:r>
          </a:p>
        </p:txBody>
      </p:sp>
    </p:spTree>
    <p:extLst>
      <p:ext uri="{BB962C8B-B14F-4D97-AF65-F5344CB8AC3E}">
        <p14:creationId xmlns:p14="http://schemas.microsoft.com/office/powerpoint/2010/main" val="2120091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" grpId="0"/>
      <p:bldP spid="6" grpId="0"/>
      <p:bldP spid="7" grpId="0"/>
      <p:bldP spid="8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2ACC-D7A7-AFA5-B854-CF066C0B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C4BC4F-101E-7F32-F210-DBDEC73A0DA5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Naughty</a:t>
            </a:r>
            <a:r>
              <a:rPr lang="sv-SE" sz="5000" kern="0" dirty="0"/>
              <a:t> list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E29F663-06C3-06A8-F06C-37CB582B87EA}"/>
              </a:ext>
            </a:extLst>
          </p:cNvPr>
          <p:cNvSpPr txBox="1">
            <a:spLocks/>
          </p:cNvSpPr>
          <p:nvPr/>
        </p:nvSpPr>
        <p:spPr>
          <a:xfrm>
            <a:off x="777688" y="2331494"/>
            <a:ext cx="6169958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15:05-16:00</a:t>
            </a:r>
            <a:r>
              <a:rPr lang="sv-SE" sz="5000" kern="0" dirty="0"/>
              <a:t> </a:t>
            </a:r>
            <a:r>
              <a:rPr lang="sv-SE" sz="3200" kern="0" dirty="0"/>
              <a:t>Kalle och hans 		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BF0BCC5-7C12-BF81-3726-69DB876F3D9A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329104-D5DF-EA25-89F3-848C6DC9C45E}"/>
              </a:ext>
            </a:extLst>
          </p:cNvPr>
          <p:cNvSpPr txBox="1">
            <a:spLocks/>
          </p:cNvSpPr>
          <p:nvPr/>
        </p:nvSpPr>
        <p:spPr>
          <a:xfrm>
            <a:off x="114300" y="262443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615F2-024B-F5A2-584D-8BF55C9F5493}"/>
              </a:ext>
            </a:extLst>
          </p:cNvPr>
          <p:cNvSpPr txBox="1">
            <a:spLocks/>
          </p:cNvSpPr>
          <p:nvPr/>
        </p:nvSpPr>
        <p:spPr>
          <a:xfrm>
            <a:off x="114300" y="3216862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BB8B80-EA03-5A5D-81B4-C5BF004D6B46}"/>
              </a:ext>
            </a:extLst>
          </p:cNvPr>
          <p:cNvSpPr txBox="1">
            <a:spLocks/>
          </p:cNvSpPr>
          <p:nvPr/>
        </p:nvSpPr>
        <p:spPr>
          <a:xfrm>
            <a:off x="114300" y="473189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19:45-19:55 H.M. Konungens jultal: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4A0CAF-5E62-754C-73D4-9C829C12F0D1}"/>
              </a:ext>
            </a:extLst>
          </p:cNvPr>
          <p:cNvSpPr txBox="1">
            <a:spLocks/>
          </p:cNvSpPr>
          <p:nvPr/>
        </p:nvSpPr>
        <p:spPr>
          <a:xfrm>
            <a:off x="114300" y="4186518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Juldagen: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EB56ED-8272-A5B7-6577-B628CC61FF7B}"/>
              </a:ext>
            </a:extLst>
          </p:cNvPr>
          <p:cNvSpPr txBox="1">
            <a:spLocks/>
          </p:cNvSpPr>
          <p:nvPr/>
        </p:nvSpPr>
        <p:spPr>
          <a:xfrm>
            <a:off x="114300" y="1442563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Julafton: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3BE05A-E0BF-5736-03B6-A1CBF86AF8CE}"/>
              </a:ext>
            </a:extLst>
          </p:cNvPr>
          <p:cNvSpPr txBox="1">
            <a:spLocks/>
          </p:cNvSpPr>
          <p:nvPr/>
        </p:nvSpPr>
        <p:spPr>
          <a:xfrm>
            <a:off x="6705600" y="3058454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0B6CA7-378F-30AF-1B67-43C6F7EEDEC9}"/>
              </a:ext>
            </a:extLst>
          </p:cNvPr>
          <p:cNvSpPr txBox="1">
            <a:spLocks/>
          </p:cNvSpPr>
          <p:nvPr/>
        </p:nvSpPr>
        <p:spPr>
          <a:xfrm>
            <a:off x="7158317" y="2633568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3F7D685-06AF-564D-FB31-B00413C70752}"/>
              </a:ext>
            </a:extLst>
          </p:cNvPr>
          <p:cNvSpPr txBox="1">
            <a:spLocks/>
          </p:cNvSpPr>
          <p:nvPr/>
        </p:nvSpPr>
        <p:spPr>
          <a:xfrm>
            <a:off x="1750357" y="3071082"/>
            <a:ext cx="4731126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vänner önskar god jul:	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609B65-998B-CB84-21C2-C01688C3F116}"/>
              </a:ext>
            </a:extLst>
          </p:cNvPr>
          <p:cNvSpPr txBox="1"/>
          <p:nvPr/>
        </p:nvSpPr>
        <p:spPr>
          <a:xfrm>
            <a:off x="4228542" y="2102891"/>
            <a:ext cx="3888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3200" b="1" dirty="0">
                <a:solidFill>
                  <a:srgbClr val="FF0000"/>
                </a:solidFill>
              </a:rPr>
              <a:t>Johan Alenlöv</a:t>
            </a:r>
          </a:p>
          <a:p>
            <a:r>
              <a:rPr lang="sv-SE" sz="3200" b="1" dirty="0" err="1">
                <a:solidFill>
                  <a:srgbClr val="FF0000"/>
                </a:solidFill>
              </a:rPr>
              <a:t>Elviss</a:t>
            </a:r>
            <a:r>
              <a:rPr lang="sv-SE" sz="3200" b="1" dirty="0">
                <a:solidFill>
                  <a:srgbClr val="FF0000"/>
                </a:solidFill>
              </a:rPr>
              <a:t> </a:t>
            </a:r>
            <a:r>
              <a:rPr lang="sv-SE" sz="3200" b="1" dirty="0" err="1">
                <a:solidFill>
                  <a:srgbClr val="FF0000"/>
                </a:solidFill>
              </a:rPr>
              <a:t>Kustans</a:t>
            </a:r>
            <a:endParaRPr lang="en-SE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3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4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1"/>
      <p:bldP spid="20" grpId="0"/>
      <p:bldP spid="3" grpId="0"/>
      <p:bldP spid="4" grpId="0"/>
      <p:bldP spid="5" grpId="1"/>
      <p:bldP spid="6" grpId="1"/>
      <p:bldP spid="7" grpId="1"/>
      <p:bldP spid="8" grpId="1"/>
      <p:bldP spid="9" grpId="0"/>
      <p:bldP spid="14" grpId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5AD7-B45E-48E6-AF0A-A441A8DA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417664B-0AA3-443B-5250-BF9CA90B0D70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Naughty</a:t>
            </a:r>
            <a:r>
              <a:rPr lang="sv-SE" sz="5000" kern="0" dirty="0"/>
              <a:t> list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4E627C3-1F6C-630E-7A32-96822D7E9AED}"/>
              </a:ext>
            </a:extLst>
          </p:cNvPr>
          <p:cNvSpPr txBox="1">
            <a:spLocks/>
          </p:cNvSpPr>
          <p:nvPr/>
        </p:nvSpPr>
        <p:spPr>
          <a:xfrm>
            <a:off x="777688" y="2331494"/>
            <a:ext cx="6169958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15:05-16:00</a:t>
            </a:r>
            <a:r>
              <a:rPr lang="sv-SE" sz="5000" kern="0" dirty="0"/>
              <a:t> </a:t>
            </a:r>
            <a:r>
              <a:rPr lang="sv-SE" sz="3200" kern="0" dirty="0"/>
              <a:t>Kalle och hans 		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1EB4748-C99B-66DC-F8F2-69C382951E55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38C027-8438-5407-FE44-4B998D3281AC}"/>
              </a:ext>
            </a:extLst>
          </p:cNvPr>
          <p:cNvSpPr txBox="1">
            <a:spLocks/>
          </p:cNvSpPr>
          <p:nvPr/>
        </p:nvSpPr>
        <p:spPr>
          <a:xfrm>
            <a:off x="114300" y="262443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A0BE2-8947-8AAC-26AA-1C4299A714E4}"/>
              </a:ext>
            </a:extLst>
          </p:cNvPr>
          <p:cNvSpPr txBox="1">
            <a:spLocks/>
          </p:cNvSpPr>
          <p:nvPr/>
        </p:nvSpPr>
        <p:spPr>
          <a:xfrm>
            <a:off x="114300" y="3216862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2E8013-28F5-49E2-DF71-7B5CB8B1EA6F}"/>
              </a:ext>
            </a:extLst>
          </p:cNvPr>
          <p:cNvSpPr txBox="1">
            <a:spLocks/>
          </p:cNvSpPr>
          <p:nvPr/>
        </p:nvSpPr>
        <p:spPr>
          <a:xfrm>
            <a:off x="114300" y="473189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19:45-19:55 H.M. Konungens jultal: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FC9021-C017-B4B8-E7EB-4697F9A5A0F0}"/>
              </a:ext>
            </a:extLst>
          </p:cNvPr>
          <p:cNvSpPr txBox="1">
            <a:spLocks/>
          </p:cNvSpPr>
          <p:nvPr/>
        </p:nvSpPr>
        <p:spPr>
          <a:xfrm>
            <a:off x="114300" y="4186518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Juldagen: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31EF8C-1427-FA6F-995A-B52912200128}"/>
              </a:ext>
            </a:extLst>
          </p:cNvPr>
          <p:cNvSpPr txBox="1">
            <a:spLocks/>
          </p:cNvSpPr>
          <p:nvPr/>
        </p:nvSpPr>
        <p:spPr>
          <a:xfrm>
            <a:off x="114300" y="1442563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Julafton: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8D7F6B-3B41-E329-AA8F-AE79907C5382}"/>
              </a:ext>
            </a:extLst>
          </p:cNvPr>
          <p:cNvSpPr txBox="1">
            <a:spLocks/>
          </p:cNvSpPr>
          <p:nvPr/>
        </p:nvSpPr>
        <p:spPr>
          <a:xfrm>
            <a:off x="6705600" y="3058454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EF98D5-1278-B893-2787-DCE7A5356FE5}"/>
              </a:ext>
            </a:extLst>
          </p:cNvPr>
          <p:cNvSpPr txBox="1">
            <a:spLocks/>
          </p:cNvSpPr>
          <p:nvPr/>
        </p:nvSpPr>
        <p:spPr>
          <a:xfrm>
            <a:off x="7158317" y="2633568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DAB75-338F-69AB-A9A1-3010588AA4A6}"/>
              </a:ext>
            </a:extLst>
          </p:cNvPr>
          <p:cNvSpPr txBox="1">
            <a:spLocks/>
          </p:cNvSpPr>
          <p:nvPr/>
        </p:nvSpPr>
        <p:spPr>
          <a:xfrm>
            <a:off x="1750357" y="3071082"/>
            <a:ext cx="4731126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vänner önskar god jul: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C5ACA-DE7B-96D0-E0CA-AE4E41337196}"/>
              </a:ext>
            </a:extLst>
          </p:cNvPr>
          <p:cNvSpPr txBox="1">
            <a:spLocks/>
          </p:cNvSpPr>
          <p:nvPr/>
        </p:nvSpPr>
        <p:spPr>
          <a:xfrm>
            <a:off x="7066431" y="4723013"/>
            <a:ext cx="3030071" cy="86430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71107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5C40-B00B-7524-A3B7-77C87896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8F9A-38CD-4990-D194-F744AB41D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6424" y="2578827"/>
            <a:ext cx="8181387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1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48268D53-343C-E32A-DEFF-E742640670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34297" y="3455894"/>
                <a:ext cx="7089688" cy="1492623"/>
              </a:xfrm>
              <a:prstGeom prst="rect">
                <a:avLst/>
              </a:prstGeom>
            </p:spPr>
            <p:txBody>
              <a:bodyPr lIns="121920" tIns="60960" rIns="121920" bIns="60960" anchor="t">
                <a:noAutofit/>
              </a:bodyPr>
              <a:lstStyle>
                <a:lvl1pPr algn="l" rtl="0" eaLnBrk="1" fontAlgn="base" hangingPunct="1">
                  <a:lnSpc>
                    <a:spcPts val="7706"/>
                  </a:lnSpc>
                  <a:spcBef>
                    <a:spcPct val="30000"/>
                  </a:spcBef>
                  <a:spcAft>
                    <a:spcPct val="30000"/>
                  </a:spcAft>
                  <a:defRPr sz="7200" b="1" spc="0">
                    <a:solidFill>
                      <a:srgbClr val="FFCC33"/>
                    </a:solidFill>
                    <a:latin typeface="Arial"/>
                    <a:ea typeface="ＭＳ Ｐゴシック" charset="0"/>
                    <a:cs typeface="Arial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609585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6pPr>
                <a:lvl7pPr marL="121917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7pPr>
                <a:lvl8pPr marL="1828754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8pPr>
                <a:lvl9pPr marL="2438339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sv-SE" sz="5000" kern="0" dirty="0"/>
                  <a:t>Finished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𝒏𝒅</m:t>
                        </m:r>
                      </m:sup>
                    </m:sSup>
                  </m:oMath>
                </a14:m>
                <a:endParaRPr lang="sv-SE" sz="5000" kern="0" dirty="0"/>
              </a:p>
            </p:txBody>
          </p:sp>
        </mc:Choice>
        <mc:Fallback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48268D53-343C-E32A-DEFF-E74264067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297" y="3455894"/>
                <a:ext cx="7089688" cy="1492623"/>
              </a:xfrm>
              <a:prstGeom prst="rect">
                <a:avLst/>
              </a:prstGeom>
              <a:blipFill>
                <a:blip r:embed="rId2"/>
                <a:stretch>
                  <a:fillRect l="-3757" t="-169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AB09BBD6-6811-D7A3-449D-7E7D5C3D3075}"/>
              </a:ext>
            </a:extLst>
          </p:cNvPr>
          <p:cNvSpPr txBox="1">
            <a:spLocks/>
          </p:cNvSpPr>
          <p:nvPr/>
        </p:nvSpPr>
        <p:spPr>
          <a:xfrm>
            <a:off x="2551156" y="2480981"/>
            <a:ext cx="708968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Astrid Lauenstein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E003AB-4344-4869-EEEA-CDDCB3049A70}"/>
              </a:ext>
            </a:extLst>
          </p:cNvPr>
          <p:cNvSpPr txBox="1">
            <a:spLocks/>
          </p:cNvSpPr>
          <p:nvPr/>
        </p:nvSpPr>
        <p:spPr>
          <a:xfrm>
            <a:off x="2134297" y="4316506"/>
            <a:ext cx="708968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400" dirty="0"/>
              <a:t>PS5 Slim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283306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" grpId="0"/>
      <p:bldP spid="4" grpId="0"/>
      <p:bldP spid="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80FF-8C8E-F152-4C59-08521334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80E1-90B2-4AC8-6407-3787B5D98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306" y="2632615"/>
            <a:ext cx="8900259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140521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BA3B3C3-FD31-5062-0ED1-0D9F6F2855E6}"/>
              </a:ext>
            </a:extLst>
          </p:cNvPr>
          <p:cNvSpPr txBox="1">
            <a:spLocks/>
          </p:cNvSpPr>
          <p:nvPr/>
        </p:nvSpPr>
        <p:spPr>
          <a:xfrm>
            <a:off x="3156971" y="3516993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Prime</a:t>
            </a:r>
            <a:r>
              <a:rPr lang="sv-SE" sz="5000" kern="0" dirty="0"/>
              <a:t> </a:t>
            </a:r>
            <a:r>
              <a:rPr lang="sv-SE" sz="5000" kern="0" dirty="0" err="1"/>
              <a:t>number</a:t>
            </a:r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7F88D-C9CD-A9D4-05A9-5BB80FFED0B5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Engagement</a:t>
            </a:r>
            <a:r>
              <a:rPr lang="sv-SE" sz="5000" kern="0" dirty="0"/>
              <a:t> </a:t>
            </a:r>
            <a:r>
              <a:rPr lang="sv-SE" sz="5000" kern="0" dirty="0" err="1"/>
              <a:t>day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41732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8087-81D4-5546-8568-44371ED2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7A31-20D6-B877-196D-E91654C8B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0247" y="2536628"/>
            <a:ext cx="8900259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4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524E941-A98B-4D66-06C2-E561B160BC29}"/>
              </a:ext>
            </a:extLst>
          </p:cNvPr>
          <p:cNvSpPr txBox="1">
            <a:spLocks/>
          </p:cNvSpPr>
          <p:nvPr/>
        </p:nvSpPr>
        <p:spPr>
          <a:xfrm>
            <a:off x="3156971" y="3516993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Gold star events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FEE8A6-C45B-AF8C-03C5-E5A50A0D537B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Tradition!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5B5BC4-2076-8994-6E88-BDBB2FBE9DFF}"/>
              </a:ext>
            </a:extLst>
          </p:cNvPr>
          <p:cNvSpPr txBox="1">
            <a:spLocks/>
          </p:cNvSpPr>
          <p:nvPr/>
        </p:nvSpPr>
        <p:spPr>
          <a:xfrm>
            <a:off x="2421865" y="1102073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Hamburgers</a:t>
            </a:r>
            <a:r>
              <a:rPr lang="sv-SE" sz="5000" kern="0" dirty="0"/>
              <a:t> </a:t>
            </a:r>
          </a:p>
        </p:txBody>
      </p:sp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DE2094D4-5652-EF66-F149-C69F5E5E6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3471" y="1001220"/>
            <a:ext cx="914400" cy="914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4DE9A0D-8ADC-B28B-CE9F-2A0B80DFCF96}"/>
              </a:ext>
            </a:extLst>
          </p:cNvPr>
          <p:cNvSpPr txBox="1">
            <a:spLocks/>
          </p:cNvSpPr>
          <p:nvPr/>
        </p:nvSpPr>
        <p:spPr>
          <a:xfrm>
            <a:off x="2421865" y="217111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Drinks </a:t>
            </a:r>
          </a:p>
        </p:txBody>
      </p:sp>
      <p:pic>
        <p:nvPicPr>
          <p:cNvPr id="11" name="Graphic 10" descr="Tick with solid fill">
            <a:extLst>
              <a:ext uri="{FF2B5EF4-FFF2-40B4-BE49-F238E27FC236}">
                <a16:creationId xmlns:a16="http://schemas.microsoft.com/office/drawing/2014/main" id="{A3F89BAC-1F04-5170-70B6-19CDF3CBA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3471" y="2070261"/>
            <a:ext cx="914400" cy="914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97A31DC-C1C3-EA7F-1112-63F3AA5F555E}"/>
              </a:ext>
            </a:extLst>
          </p:cNvPr>
          <p:cNvSpPr txBox="1">
            <a:spLocks/>
          </p:cNvSpPr>
          <p:nvPr/>
        </p:nvSpPr>
        <p:spPr>
          <a:xfrm>
            <a:off x="2421866" y="3240742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r>
              <a:rPr lang="sv-SE" sz="5000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088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" grpId="0"/>
      <p:bldP spid="3" grpId="1"/>
      <p:bldP spid="5" grpId="0"/>
      <p:bldP spid="9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3B13-8DE9-4BE2-7E6D-661EFFDA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2E05-6419-8D3D-CC96-2C065A9EA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1741" y="2411324"/>
            <a:ext cx="8900259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305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5951DC5-1F78-BC4E-808D-B5E0A191A245}"/>
              </a:ext>
            </a:extLst>
          </p:cNvPr>
          <p:cNvSpPr txBox="1">
            <a:spLocks/>
          </p:cNvSpPr>
          <p:nvPr/>
        </p:nvSpPr>
        <p:spPr>
          <a:xfrm>
            <a:off x="3156970" y="3710469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buSzPct val="80000"/>
            </a:pPr>
            <a:r>
              <a:rPr lang="sv-SE" sz="5000" kern="0" dirty="0" err="1"/>
              <a:t>Number</a:t>
            </a:r>
            <a:r>
              <a:rPr lang="sv-SE" sz="5000" kern="0" dirty="0"/>
              <a:t> </a:t>
            </a:r>
            <a:r>
              <a:rPr lang="sv-SE" sz="5000" kern="0" dirty="0" err="1"/>
              <a:t>of</a:t>
            </a:r>
            <a:r>
              <a:rPr lang="sv-SE" sz="5000" kern="0" dirty="0"/>
              <a:t> </a:t>
            </a:r>
            <a:r>
              <a:rPr lang="sv-SE" sz="5000" kern="0" dirty="0" err="1"/>
              <a:t>days</a:t>
            </a:r>
            <a:r>
              <a:rPr lang="sv-SE" sz="5000" kern="0" dirty="0"/>
              <a:t> </a:t>
            </a:r>
            <a:r>
              <a:rPr lang="sv-SE" sz="5000" kern="0" dirty="0" err="1"/>
              <a:t>until</a:t>
            </a:r>
            <a:r>
              <a:rPr lang="sv-SE" sz="5000" kern="0" dirty="0"/>
              <a:t> December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9F0A63-5024-67BE-229B-B45CCFD926AE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61402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ppt_template_axis_corporate_1404">
  <a:themeElements>
    <a:clrScheme name="Axis Corporate 2013">
      <a:dk1>
        <a:srgbClr val="000000"/>
      </a:dk1>
      <a:lt1>
        <a:srgbClr val="FFFFFF"/>
      </a:lt1>
      <a:dk2>
        <a:srgbClr val="D6E03D"/>
      </a:dk2>
      <a:lt2>
        <a:srgbClr val="72CDF4"/>
      </a:lt2>
      <a:accent1>
        <a:srgbClr val="FFCC33"/>
      </a:accent1>
      <a:accent2>
        <a:srgbClr val="9A8B7D"/>
      </a:accent2>
      <a:accent3>
        <a:srgbClr val="D8CFC6"/>
      </a:accent3>
      <a:accent4>
        <a:srgbClr val="ED1A3B"/>
      </a:accent4>
      <a:accent5>
        <a:srgbClr val="8DC63F"/>
      </a:accent5>
      <a:accent6>
        <a:srgbClr val="009DDC"/>
      </a:accent6>
      <a:hlink>
        <a:srgbClr val="B5121B"/>
      </a:hlink>
      <a:folHlink>
        <a:srgbClr val="ED1A3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3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1_Axis mall 071218 blue 1">
        <a:dk1>
          <a:srgbClr val="000000"/>
        </a:dk1>
        <a:lt1>
          <a:srgbClr val="FFFFFF"/>
        </a:lt1>
        <a:dk2>
          <a:srgbClr val="81725E"/>
        </a:dk2>
        <a:lt2>
          <a:srgbClr val="4D4D4D"/>
        </a:lt2>
        <a:accent1>
          <a:srgbClr val="C7C0B8"/>
        </a:accent1>
        <a:accent2>
          <a:srgbClr val="004368"/>
        </a:accent2>
        <a:accent3>
          <a:srgbClr val="FFFFFF"/>
        </a:accent3>
        <a:accent4>
          <a:srgbClr val="000000"/>
        </a:accent4>
        <a:accent5>
          <a:srgbClr val="E0DCD8"/>
        </a:accent5>
        <a:accent6>
          <a:srgbClr val="003C5E"/>
        </a:accent6>
        <a:hlink>
          <a:srgbClr val="669FBE"/>
        </a:hlink>
        <a:folHlink>
          <a:srgbClr val="99BED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703d3c-b907-432f-b066-88f7af9ca3af}" enabled="0" method="" siteId="{78703d3c-b907-432f-b066-88f7af9ca3a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456</Words>
  <Application>Microsoft Macintosh PowerPoint</Application>
  <PresentationFormat>Widescreen</PresentationFormat>
  <Paragraphs>167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ＭＳ Ｐゴシック</vt:lpstr>
      <vt:lpstr>Arial</vt:lpstr>
      <vt:lpstr>Calibri</vt:lpstr>
      <vt:lpstr>Cambria Math</vt:lpstr>
      <vt:lpstr>ppt_template_axis_corporate_1404</vt:lpstr>
      <vt:lpstr>AoC Gold star event  Linköping  </vt:lpstr>
      <vt:lpstr>PowerPoint Presentation</vt:lpstr>
      <vt:lpstr>1597  </vt:lpstr>
      <vt:lpstr>1597   </vt:lpstr>
      <vt:lpstr>1597   </vt:lpstr>
      <vt:lpstr>1597   </vt:lpstr>
      <vt:lpstr>1597   </vt:lpstr>
      <vt:lpstr>1597   </vt:lpstr>
      <vt:lpstr>1597   </vt:lpstr>
      <vt:lpstr>1597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  </vt:lpstr>
      <vt:lpstr>140521   </vt:lpstr>
      <vt:lpstr>4   </vt:lpstr>
      <vt:lpstr>305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Prisoners of Azkaban  Sprint demo 2023-11-09 </dc:title>
  <dc:creator>Therese Alenlöv</dc:creator>
  <cp:lastModifiedBy>Therese Alenlöv</cp:lastModifiedBy>
  <cp:revision>4</cp:revision>
  <dcterms:created xsi:type="dcterms:W3CDTF">2023-11-07T06:45:52Z</dcterms:created>
  <dcterms:modified xsi:type="dcterms:W3CDTF">2025-01-28T09:13:53Z</dcterms:modified>
</cp:coreProperties>
</file>