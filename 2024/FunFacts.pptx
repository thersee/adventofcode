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35"/>
  </p:notesMasterIdLst>
  <p:sldIdLst>
    <p:sldId id="1979422576" r:id="rId2"/>
    <p:sldId id="1979422588" r:id="rId3"/>
    <p:sldId id="1979422611" r:id="rId4"/>
    <p:sldId id="1979422587" r:id="rId5"/>
    <p:sldId id="1979422589" r:id="rId6"/>
    <p:sldId id="1979422590" r:id="rId7"/>
    <p:sldId id="1979422591" r:id="rId8"/>
    <p:sldId id="1979422592" r:id="rId9"/>
    <p:sldId id="1979422593" r:id="rId10"/>
    <p:sldId id="1979422594" r:id="rId11"/>
    <p:sldId id="1979422595" r:id="rId12"/>
    <p:sldId id="1979422596" r:id="rId13"/>
    <p:sldId id="1979422597" r:id="rId14"/>
    <p:sldId id="1979422598" r:id="rId15"/>
    <p:sldId id="1979422599" r:id="rId16"/>
    <p:sldId id="1979422600" r:id="rId17"/>
    <p:sldId id="1979422601" r:id="rId18"/>
    <p:sldId id="1979422602" r:id="rId19"/>
    <p:sldId id="1979422603" r:id="rId20"/>
    <p:sldId id="1979422604" r:id="rId21"/>
    <p:sldId id="1979422605" r:id="rId22"/>
    <p:sldId id="1979422606" r:id="rId23"/>
    <p:sldId id="1979422615" r:id="rId24"/>
    <p:sldId id="1979422616" r:id="rId25"/>
    <p:sldId id="1979422610" r:id="rId26"/>
    <p:sldId id="1979422612" r:id="rId27"/>
    <p:sldId id="1979422613" r:id="rId28"/>
    <p:sldId id="1979422614" r:id="rId29"/>
    <p:sldId id="1979422618" r:id="rId30"/>
    <p:sldId id="1979422619" r:id="rId31"/>
    <p:sldId id="1979422621" r:id="rId32"/>
    <p:sldId id="1979422620" r:id="rId33"/>
    <p:sldId id="1979422617" r:id="rId34"/>
  </p:sldIdLst>
  <p:sldSz cx="12192000" cy="6858000"/>
  <p:notesSz cx="6858000" cy="9144000"/>
  <p:defaultTextStyle>
    <a:defPPr>
      <a:defRPr lang="en-S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venska" id="{EC205A24-D907-4B46-BF76-CB6833D52B5C}">
          <p14:sldIdLst>
            <p14:sldId id="1979422576"/>
            <p14:sldId id="1979422588"/>
            <p14:sldId id="1979422611"/>
            <p14:sldId id="1979422587"/>
            <p14:sldId id="1979422589"/>
            <p14:sldId id="1979422590"/>
            <p14:sldId id="1979422591"/>
            <p14:sldId id="1979422592"/>
            <p14:sldId id="1979422593"/>
            <p14:sldId id="1979422594"/>
            <p14:sldId id="1979422595"/>
            <p14:sldId id="1979422596"/>
            <p14:sldId id="1979422597"/>
            <p14:sldId id="1979422598"/>
            <p14:sldId id="1979422599"/>
            <p14:sldId id="1979422600"/>
            <p14:sldId id="1979422601"/>
            <p14:sldId id="1979422602"/>
            <p14:sldId id="1979422603"/>
            <p14:sldId id="1979422604"/>
            <p14:sldId id="1979422605"/>
            <p14:sldId id="1979422606"/>
            <p14:sldId id="1979422615"/>
            <p14:sldId id="1979422616"/>
            <p14:sldId id="1979422610"/>
          </p14:sldIdLst>
        </p14:section>
        <p14:section name="English" id="{04F30417-F0EB-4AD8-AA08-4C7A3C99CCF0}">
          <p14:sldIdLst>
            <p14:sldId id="1979422612"/>
            <p14:sldId id="1979422613"/>
            <p14:sldId id="1979422614"/>
            <p14:sldId id="1979422618"/>
            <p14:sldId id="1979422619"/>
            <p14:sldId id="1979422621"/>
            <p14:sldId id="1979422620"/>
            <p14:sldId id="197942261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7363"/>
    <p:restoredTop sz="94758"/>
  </p:normalViewPr>
  <p:slideViewPr>
    <p:cSldViewPr snapToGrid="0">
      <p:cViewPr varScale="1">
        <p:scale>
          <a:sx n="87" d="100"/>
          <a:sy n="87" d="100"/>
        </p:scale>
        <p:origin x="200" y="10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S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3F30AA7-7280-AC48-8625-418DD82D5C92}" type="datetimeFigureOut">
              <a:rPr lang="en-SE" smtClean="0"/>
              <a:t>2025-01-28</a:t>
            </a:fld>
            <a:endParaRPr lang="en-S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S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S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S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6A627E2-F753-EC49-B107-54DF37A2F087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1096366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Therese:</a:t>
            </a:r>
          </a:p>
          <a:p>
            <a:r>
              <a:rPr lang="en-US" err="1"/>
              <a:t>Arbetssättet</a:t>
            </a:r>
            <a:r>
              <a:rPr lang="en-US"/>
              <a:t> de </a:t>
            </a:r>
            <a:r>
              <a:rPr lang="en-US" err="1"/>
              <a:t>flesta</a:t>
            </a:r>
            <a:r>
              <a:rPr lang="en-US"/>
              <a:t> </a:t>
            </a:r>
            <a:r>
              <a:rPr lang="en-US" err="1"/>
              <a:t>mjukvaruteam</a:t>
            </a:r>
            <a:r>
              <a:rPr lang="en-US"/>
              <a:t> </a:t>
            </a:r>
            <a:r>
              <a:rPr lang="en-US" err="1"/>
              <a:t>på</a:t>
            </a:r>
            <a:r>
              <a:rPr lang="en-US"/>
              <a:t> Axis Linköping </a:t>
            </a:r>
            <a:r>
              <a:rPr lang="en-US" err="1"/>
              <a:t>valt</a:t>
            </a:r>
            <a:r>
              <a:rPr lang="en-US"/>
              <a:t> </a:t>
            </a:r>
            <a:r>
              <a:rPr lang="en-US" err="1"/>
              <a:t>att</a:t>
            </a:r>
            <a:r>
              <a:rPr lang="en-US"/>
              <a:t> </a:t>
            </a:r>
            <a:r>
              <a:rPr lang="en-US" err="1"/>
              <a:t>arbeta</a:t>
            </a:r>
            <a:r>
              <a:rPr lang="en-US"/>
              <a:t>, </a:t>
            </a:r>
            <a:r>
              <a:rPr lang="en-US" err="1"/>
              <a:t>mer</a:t>
            </a:r>
            <a:r>
              <a:rPr lang="en-US"/>
              <a:t> om motivation </a:t>
            </a:r>
            <a:r>
              <a:rPr lang="en-US" err="1"/>
              <a:t>strax</a:t>
            </a:r>
            <a:r>
              <a:rPr lang="en-US"/>
              <a:t>. Kallas </a:t>
            </a:r>
            <a:r>
              <a:rPr lang="en-US" err="1"/>
              <a:t>även</a:t>
            </a:r>
            <a:r>
              <a:rPr lang="en-US"/>
              <a:t> </a:t>
            </a:r>
            <a:r>
              <a:rPr lang="en-US" err="1"/>
              <a:t>mobbprogrammering</a:t>
            </a:r>
            <a:endParaRPr lang="en-US">
              <a:cs typeface="Calibri"/>
            </a:endParaRPr>
          </a:p>
          <a:p>
            <a:endParaRPr lang="en-US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A627E2-F753-EC49-B107-54DF37A2F087}" type="slidenum">
              <a:rPr lang="en-SE" smtClean="0"/>
              <a:t>1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66531952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A627E2-F753-EC49-B107-54DF37A2F087}" type="slidenum">
              <a:rPr lang="en-SE" smtClean="0"/>
              <a:t>28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14743193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2"/>
          <p:cNvSpPr txBox="1">
            <a:spLocks noChangeArrowheads="1"/>
          </p:cNvSpPr>
          <p:nvPr/>
        </p:nvSpPr>
        <p:spPr bwMode="auto">
          <a:xfrm>
            <a:off x="613833" y="6267451"/>
            <a:ext cx="1240148" cy="276999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>
              <a:defRPr/>
            </a:pPr>
            <a:r>
              <a:rPr lang="en-US" sz="1200" b="1" noProof="0">
                <a:solidFill>
                  <a:srgbClr val="000000"/>
                </a:solidFill>
                <a:latin typeface="Arial"/>
                <a:cs typeface="Arial"/>
              </a:rPr>
              <a:t>www.axis.com</a:t>
            </a:r>
          </a:p>
        </p:txBody>
      </p:sp>
      <p:pic>
        <p:nvPicPr>
          <p:cNvPr id="5" name="Picture 16" descr="AXIS_LOGO_RGB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49833" y="198967"/>
            <a:ext cx="1176867" cy="4233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rapezoid 6"/>
          <p:cNvSpPr/>
          <p:nvPr/>
        </p:nvSpPr>
        <p:spPr bwMode="auto">
          <a:xfrm rot="8100000">
            <a:off x="9958919" y="5681135"/>
            <a:ext cx="2980267" cy="850901"/>
          </a:xfrm>
          <a:custGeom>
            <a:avLst/>
            <a:gdLst>
              <a:gd name="connsiteX0" fmla="*/ 0 w 2235200"/>
              <a:gd name="connsiteY0" fmla="*/ 638175 h 638175"/>
              <a:gd name="connsiteX1" fmla="*/ 641398 w 2235200"/>
              <a:gd name="connsiteY1" fmla="*/ 0 h 638175"/>
              <a:gd name="connsiteX2" fmla="*/ 1593802 w 2235200"/>
              <a:gd name="connsiteY2" fmla="*/ 0 h 638175"/>
              <a:gd name="connsiteX3" fmla="*/ 2235200 w 2235200"/>
              <a:gd name="connsiteY3" fmla="*/ 638175 h 638175"/>
              <a:gd name="connsiteX4" fmla="*/ 0 w 2235200"/>
              <a:gd name="connsiteY4" fmla="*/ 638175 h 638175"/>
              <a:gd name="connsiteX0" fmla="*/ 0 w 2235200"/>
              <a:gd name="connsiteY0" fmla="*/ 638175 h 638175"/>
              <a:gd name="connsiteX1" fmla="*/ 641398 w 2235200"/>
              <a:gd name="connsiteY1" fmla="*/ 0 h 638175"/>
              <a:gd name="connsiteX2" fmla="*/ 1593802 w 2235200"/>
              <a:gd name="connsiteY2" fmla="*/ 0 h 638175"/>
              <a:gd name="connsiteX3" fmla="*/ 2235200 w 2235200"/>
              <a:gd name="connsiteY3" fmla="*/ 638175 h 638175"/>
              <a:gd name="connsiteX4" fmla="*/ 0 w 2235200"/>
              <a:gd name="connsiteY4" fmla="*/ 638175 h 638175"/>
              <a:gd name="connsiteX0" fmla="*/ 0 w 2235200"/>
              <a:gd name="connsiteY0" fmla="*/ 650076 h 650076"/>
              <a:gd name="connsiteX1" fmla="*/ 641398 w 2235200"/>
              <a:gd name="connsiteY1" fmla="*/ 11901 h 650076"/>
              <a:gd name="connsiteX2" fmla="*/ 1605702 w 2235200"/>
              <a:gd name="connsiteY2" fmla="*/ 0 h 650076"/>
              <a:gd name="connsiteX3" fmla="*/ 2235200 w 2235200"/>
              <a:gd name="connsiteY3" fmla="*/ 650076 h 650076"/>
              <a:gd name="connsiteX4" fmla="*/ 0 w 2235200"/>
              <a:gd name="connsiteY4" fmla="*/ 650076 h 650076"/>
              <a:gd name="connsiteX0" fmla="*/ 0 w 2235200"/>
              <a:gd name="connsiteY0" fmla="*/ 638176 h 638176"/>
              <a:gd name="connsiteX1" fmla="*/ 641398 w 2235200"/>
              <a:gd name="connsiteY1" fmla="*/ 1 h 638176"/>
              <a:gd name="connsiteX2" fmla="*/ 1593802 w 2235200"/>
              <a:gd name="connsiteY2" fmla="*/ 0 h 638176"/>
              <a:gd name="connsiteX3" fmla="*/ 2235200 w 2235200"/>
              <a:gd name="connsiteY3" fmla="*/ 638176 h 638176"/>
              <a:gd name="connsiteX4" fmla="*/ 0 w 2235200"/>
              <a:gd name="connsiteY4" fmla="*/ 638176 h 6381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35200" h="638176">
                <a:moveTo>
                  <a:pt x="0" y="638176"/>
                </a:moveTo>
                <a:lnTo>
                  <a:pt x="641398" y="1"/>
                </a:lnTo>
                <a:lnTo>
                  <a:pt x="1593802" y="0"/>
                </a:lnTo>
                <a:lnTo>
                  <a:pt x="2235200" y="638176"/>
                </a:lnTo>
                <a:lnTo>
                  <a:pt x="0" y="638176"/>
                </a:lnTo>
                <a:close/>
              </a:path>
            </a:pathLst>
          </a:custGeom>
          <a:solidFill>
            <a:srgbClr val="FFCC33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/>
            <a:endParaRPr lang="en-US" sz="2400"/>
          </a:p>
        </p:txBody>
      </p:sp>
      <p:sp>
        <p:nvSpPr>
          <p:cNvPr id="8" name="Trapezoid 7"/>
          <p:cNvSpPr/>
          <p:nvPr/>
        </p:nvSpPr>
        <p:spPr bwMode="auto">
          <a:xfrm rot="8100000">
            <a:off x="8445254" y="5051710"/>
            <a:ext cx="4762500" cy="856189"/>
          </a:xfrm>
          <a:custGeom>
            <a:avLst/>
            <a:gdLst>
              <a:gd name="connsiteX0" fmla="*/ 0 w 3571875"/>
              <a:gd name="connsiteY0" fmla="*/ 638175 h 638175"/>
              <a:gd name="connsiteX1" fmla="*/ 641398 w 3571875"/>
              <a:gd name="connsiteY1" fmla="*/ 0 h 638175"/>
              <a:gd name="connsiteX2" fmla="*/ 2930477 w 3571875"/>
              <a:gd name="connsiteY2" fmla="*/ 0 h 638175"/>
              <a:gd name="connsiteX3" fmla="*/ 3571875 w 3571875"/>
              <a:gd name="connsiteY3" fmla="*/ 638175 h 638175"/>
              <a:gd name="connsiteX4" fmla="*/ 0 w 3571875"/>
              <a:gd name="connsiteY4" fmla="*/ 638175 h 638175"/>
              <a:gd name="connsiteX0" fmla="*/ 0 w 3571875"/>
              <a:gd name="connsiteY0" fmla="*/ 646109 h 646109"/>
              <a:gd name="connsiteX1" fmla="*/ 641398 w 3571875"/>
              <a:gd name="connsiteY1" fmla="*/ 7934 h 646109"/>
              <a:gd name="connsiteX2" fmla="*/ 2938411 w 3571875"/>
              <a:gd name="connsiteY2" fmla="*/ 0 h 646109"/>
              <a:gd name="connsiteX3" fmla="*/ 3571875 w 3571875"/>
              <a:gd name="connsiteY3" fmla="*/ 646109 h 646109"/>
              <a:gd name="connsiteX4" fmla="*/ 0 w 3571875"/>
              <a:gd name="connsiteY4" fmla="*/ 646109 h 646109"/>
              <a:gd name="connsiteX0" fmla="*/ 0 w 3571875"/>
              <a:gd name="connsiteY0" fmla="*/ 642142 h 642142"/>
              <a:gd name="connsiteX1" fmla="*/ 641398 w 3571875"/>
              <a:gd name="connsiteY1" fmla="*/ 3967 h 642142"/>
              <a:gd name="connsiteX2" fmla="*/ 2934444 w 3571875"/>
              <a:gd name="connsiteY2" fmla="*/ 0 h 642142"/>
              <a:gd name="connsiteX3" fmla="*/ 3571875 w 3571875"/>
              <a:gd name="connsiteY3" fmla="*/ 642142 h 642142"/>
              <a:gd name="connsiteX4" fmla="*/ 0 w 3571875"/>
              <a:gd name="connsiteY4" fmla="*/ 642142 h 642142"/>
              <a:gd name="connsiteX0" fmla="*/ 0 w 3571875"/>
              <a:gd name="connsiteY0" fmla="*/ 642142 h 642142"/>
              <a:gd name="connsiteX1" fmla="*/ 641398 w 3571875"/>
              <a:gd name="connsiteY1" fmla="*/ 3967 h 642142"/>
              <a:gd name="connsiteX2" fmla="*/ 2934444 w 3571875"/>
              <a:gd name="connsiteY2" fmla="*/ 0 h 642142"/>
              <a:gd name="connsiteX3" fmla="*/ 3571875 w 3571875"/>
              <a:gd name="connsiteY3" fmla="*/ 642142 h 642142"/>
              <a:gd name="connsiteX4" fmla="*/ 0 w 3571875"/>
              <a:gd name="connsiteY4" fmla="*/ 642142 h 6421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571875" h="642142">
                <a:moveTo>
                  <a:pt x="0" y="642142"/>
                </a:moveTo>
                <a:lnTo>
                  <a:pt x="641398" y="3967"/>
                </a:lnTo>
                <a:lnTo>
                  <a:pt x="2934444" y="0"/>
                </a:lnTo>
                <a:lnTo>
                  <a:pt x="3571875" y="642142"/>
                </a:lnTo>
                <a:lnTo>
                  <a:pt x="0" y="642142"/>
                </a:lnTo>
                <a:close/>
              </a:path>
            </a:pathLst>
          </a:custGeom>
          <a:solidFill>
            <a:srgbClr val="D8CFC6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/>
            <a:endParaRPr lang="en-US" sz="2400"/>
          </a:p>
        </p:txBody>
      </p:sp>
      <p:sp>
        <p:nvSpPr>
          <p:cNvPr id="557061" name="Rectangle 5"/>
          <p:cNvSpPr>
            <a:spLocks noGrp="1" noChangeArrowheads="1"/>
          </p:cNvSpPr>
          <p:nvPr>
            <p:ph type="ctrTitle"/>
          </p:nvPr>
        </p:nvSpPr>
        <p:spPr>
          <a:xfrm>
            <a:off x="615218" y="1602116"/>
            <a:ext cx="9442676" cy="4152264"/>
          </a:xfrm>
          <a:prstGeom prst="rect">
            <a:avLst/>
          </a:prstGeom>
        </p:spPr>
        <p:txBody>
          <a:bodyPr/>
          <a:lstStyle>
            <a:lvl1pPr algn="l">
              <a:lnSpc>
                <a:spcPts val="7706"/>
              </a:lnSpc>
              <a:spcBef>
                <a:spcPct val="30000"/>
              </a:spcBef>
              <a:spcAft>
                <a:spcPct val="30000"/>
              </a:spcAft>
              <a:defRPr sz="7200" spc="0">
                <a:solidFill>
                  <a:srgbClr val="FFCC33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557062" name="Rectangle 6"/>
          <p:cNvSpPr>
            <a:spLocks noGrp="1" noChangeArrowheads="1"/>
          </p:cNvSpPr>
          <p:nvPr>
            <p:ph type="subTitle" idx="1"/>
          </p:nvPr>
        </p:nvSpPr>
        <p:spPr>
          <a:xfrm>
            <a:off x="615217" y="4803021"/>
            <a:ext cx="8534400" cy="457200"/>
          </a:xfrm>
        </p:spPr>
        <p:txBody>
          <a:bodyPr/>
          <a:lstStyle>
            <a:lvl1pPr marL="0" indent="0" algn="l">
              <a:spcBef>
                <a:spcPct val="30000"/>
              </a:spcBef>
              <a:spcAft>
                <a:spcPct val="30000"/>
              </a:spcAft>
              <a:buFontTx/>
              <a:buNone/>
              <a:defRPr sz="2133" b="1">
                <a:solidFill>
                  <a:srgbClr val="7B6E60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Click to edit Master subtitle style</a:t>
            </a:r>
            <a:endParaRPr lang="sv-SE"/>
          </a:p>
        </p:txBody>
      </p:sp>
      <p:sp>
        <p:nvSpPr>
          <p:cNvPr id="10" name="Trapezoid 6"/>
          <p:cNvSpPr/>
          <p:nvPr/>
        </p:nvSpPr>
        <p:spPr bwMode="auto">
          <a:xfrm rot="8100000">
            <a:off x="9958919" y="5681135"/>
            <a:ext cx="2980267" cy="850901"/>
          </a:xfrm>
          <a:custGeom>
            <a:avLst/>
            <a:gdLst>
              <a:gd name="connsiteX0" fmla="*/ 0 w 2235200"/>
              <a:gd name="connsiteY0" fmla="*/ 638175 h 638175"/>
              <a:gd name="connsiteX1" fmla="*/ 641398 w 2235200"/>
              <a:gd name="connsiteY1" fmla="*/ 0 h 638175"/>
              <a:gd name="connsiteX2" fmla="*/ 1593802 w 2235200"/>
              <a:gd name="connsiteY2" fmla="*/ 0 h 638175"/>
              <a:gd name="connsiteX3" fmla="*/ 2235200 w 2235200"/>
              <a:gd name="connsiteY3" fmla="*/ 638175 h 638175"/>
              <a:gd name="connsiteX4" fmla="*/ 0 w 2235200"/>
              <a:gd name="connsiteY4" fmla="*/ 638175 h 638175"/>
              <a:gd name="connsiteX0" fmla="*/ 0 w 2235200"/>
              <a:gd name="connsiteY0" fmla="*/ 638175 h 638175"/>
              <a:gd name="connsiteX1" fmla="*/ 641398 w 2235200"/>
              <a:gd name="connsiteY1" fmla="*/ 0 h 638175"/>
              <a:gd name="connsiteX2" fmla="*/ 1593802 w 2235200"/>
              <a:gd name="connsiteY2" fmla="*/ 0 h 638175"/>
              <a:gd name="connsiteX3" fmla="*/ 2235200 w 2235200"/>
              <a:gd name="connsiteY3" fmla="*/ 638175 h 638175"/>
              <a:gd name="connsiteX4" fmla="*/ 0 w 2235200"/>
              <a:gd name="connsiteY4" fmla="*/ 638175 h 638175"/>
              <a:gd name="connsiteX0" fmla="*/ 0 w 2235200"/>
              <a:gd name="connsiteY0" fmla="*/ 650076 h 650076"/>
              <a:gd name="connsiteX1" fmla="*/ 641398 w 2235200"/>
              <a:gd name="connsiteY1" fmla="*/ 11901 h 650076"/>
              <a:gd name="connsiteX2" fmla="*/ 1605702 w 2235200"/>
              <a:gd name="connsiteY2" fmla="*/ 0 h 650076"/>
              <a:gd name="connsiteX3" fmla="*/ 2235200 w 2235200"/>
              <a:gd name="connsiteY3" fmla="*/ 650076 h 650076"/>
              <a:gd name="connsiteX4" fmla="*/ 0 w 2235200"/>
              <a:gd name="connsiteY4" fmla="*/ 650076 h 650076"/>
              <a:gd name="connsiteX0" fmla="*/ 0 w 2235200"/>
              <a:gd name="connsiteY0" fmla="*/ 638176 h 638176"/>
              <a:gd name="connsiteX1" fmla="*/ 641398 w 2235200"/>
              <a:gd name="connsiteY1" fmla="*/ 1 h 638176"/>
              <a:gd name="connsiteX2" fmla="*/ 1593802 w 2235200"/>
              <a:gd name="connsiteY2" fmla="*/ 0 h 638176"/>
              <a:gd name="connsiteX3" fmla="*/ 2235200 w 2235200"/>
              <a:gd name="connsiteY3" fmla="*/ 638176 h 638176"/>
              <a:gd name="connsiteX4" fmla="*/ 0 w 2235200"/>
              <a:gd name="connsiteY4" fmla="*/ 638176 h 6381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35200" h="638176">
                <a:moveTo>
                  <a:pt x="0" y="638176"/>
                </a:moveTo>
                <a:lnTo>
                  <a:pt x="641398" y="1"/>
                </a:lnTo>
                <a:lnTo>
                  <a:pt x="1593802" y="0"/>
                </a:lnTo>
                <a:lnTo>
                  <a:pt x="2235200" y="638176"/>
                </a:lnTo>
                <a:lnTo>
                  <a:pt x="0" y="638176"/>
                </a:lnTo>
                <a:close/>
              </a:path>
            </a:pathLst>
          </a:custGeom>
          <a:solidFill>
            <a:srgbClr val="FFCC33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/>
            <a:endParaRPr lang="en-US" sz="2400"/>
          </a:p>
        </p:txBody>
      </p:sp>
      <p:sp>
        <p:nvSpPr>
          <p:cNvPr id="11" name="Trapezoid 7"/>
          <p:cNvSpPr/>
          <p:nvPr/>
        </p:nvSpPr>
        <p:spPr bwMode="auto">
          <a:xfrm rot="8100000">
            <a:off x="8445254" y="5051710"/>
            <a:ext cx="4762500" cy="856189"/>
          </a:xfrm>
          <a:custGeom>
            <a:avLst/>
            <a:gdLst>
              <a:gd name="connsiteX0" fmla="*/ 0 w 3571875"/>
              <a:gd name="connsiteY0" fmla="*/ 638175 h 638175"/>
              <a:gd name="connsiteX1" fmla="*/ 641398 w 3571875"/>
              <a:gd name="connsiteY1" fmla="*/ 0 h 638175"/>
              <a:gd name="connsiteX2" fmla="*/ 2930477 w 3571875"/>
              <a:gd name="connsiteY2" fmla="*/ 0 h 638175"/>
              <a:gd name="connsiteX3" fmla="*/ 3571875 w 3571875"/>
              <a:gd name="connsiteY3" fmla="*/ 638175 h 638175"/>
              <a:gd name="connsiteX4" fmla="*/ 0 w 3571875"/>
              <a:gd name="connsiteY4" fmla="*/ 638175 h 638175"/>
              <a:gd name="connsiteX0" fmla="*/ 0 w 3571875"/>
              <a:gd name="connsiteY0" fmla="*/ 646109 h 646109"/>
              <a:gd name="connsiteX1" fmla="*/ 641398 w 3571875"/>
              <a:gd name="connsiteY1" fmla="*/ 7934 h 646109"/>
              <a:gd name="connsiteX2" fmla="*/ 2938411 w 3571875"/>
              <a:gd name="connsiteY2" fmla="*/ 0 h 646109"/>
              <a:gd name="connsiteX3" fmla="*/ 3571875 w 3571875"/>
              <a:gd name="connsiteY3" fmla="*/ 646109 h 646109"/>
              <a:gd name="connsiteX4" fmla="*/ 0 w 3571875"/>
              <a:gd name="connsiteY4" fmla="*/ 646109 h 646109"/>
              <a:gd name="connsiteX0" fmla="*/ 0 w 3571875"/>
              <a:gd name="connsiteY0" fmla="*/ 642142 h 642142"/>
              <a:gd name="connsiteX1" fmla="*/ 641398 w 3571875"/>
              <a:gd name="connsiteY1" fmla="*/ 3967 h 642142"/>
              <a:gd name="connsiteX2" fmla="*/ 2934444 w 3571875"/>
              <a:gd name="connsiteY2" fmla="*/ 0 h 642142"/>
              <a:gd name="connsiteX3" fmla="*/ 3571875 w 3571875"/>
              <a:gd name="connsiteY3" fmla="*/ 642142 h 642142"/>
              <a:gd name="connsiteX4" fmla="*/ 0 w 3571875"/>
              <a:gd name="connsiteY4" fmla="*/ 642142 h 642142"/>
              <a:gd name="connsiteX0" fmla="*/ 0 w 3571875"/>
              <a:gd name="connsiteY0" fmla="*/ 642142 h 642142"/>
              <a:gd name="connsiteX1" fmla="*/ 641398 w 3571875"/>
              <a:gd name="connsiteY1" fmla="*/ 3967 h 642142"/>
              <a:gd name="connsiteX2" fmla="*/ 2934444 w 3571875"/>
              <a:gd name="connsiteY2" fmla="*/ 0 h 642142"/>
              <a:gd name="connsiteX3" fmla="*/ 3571875 w 3571875"/>
              <a:gd name="connsiteY3" fmla="*/ 642142 h 642142"/>
              <a:gd name="connsiteX4" fmla="*/ 0 w 3571875"/>
              <a:gd name="connsiteY4" fmla="*/ 642142 h 6421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571875" h="642142">
                <a:moveTo>
                  <a:pt x="0" y="642142"/>
                </a:moveTo>
                <a:lnTo>
                  <a:pt x="641398" y="3967"/>
                </a:lnTo>
                <a:lnTo>
                  <a:pt x="2934444" y="0"/>
                </a:lnTo>
                <a:lnTo>
                  <a:pt x="3571875" y="642142"/>
                </a:lnTo>
                <a:lnTo>
                  <a:pt x="0" y="642142"/>
                </a:lnTo>
                <a:close/>
              </a:path>
            </a:pathLst>
          </a:custGeom>
          <a:solidFill>
            <a:srgbClr val="D8CFC6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/>
            <a:endParaRPr lang="en-US" sz="2400"/>
          </a:p>
        </p:txBody>
      </p:sp>
      <p:sp>
        <p:nvSpPr>
          <p:cNvPr id="13" name="Trapezoid 6"/>
          <p:cNvSpPr/>
          <p:nvPr userDrawn="1"/>
        </p:nvSpPr>
        <p:spPr bwMode="auto">
          <a:xfrm rot="8100000">
            <a:off x="9958919" y="5681135"/>
            <a:ext cx="2980267" cy="850901"/>
          </a:xfrm>
          <a:custGeom>
            <a:avLst/>
            <a:gdLst>
              <a:gd name="connsiteX0" fmla="*/ 0 w 2235200"/>
              <a:gd name="connsiteY0" fmla="*/ 638175 h 638175"/>
              <a:gd name="connsiteX1" fmla="*/ 641398 w 2235200"/>
              <a:gd name="connsiteY1" fmla="*/ 0 h 638175"/>
              <a:gd name="connsiteX2" fmla="*/ 1593802 w 2235200"/>
              <a:gd name="connsiteY2" fmla="*/ 0 h 638175"/>
              <a:gd name="connsiteX3" fmla="*/ 2235200 w 2235200"/>
              <a:gd name="connsiteY3" fmla="*/ 638175 h 638175"/>
              <a:gd name="connsiteX4" fmla="*/ 0 w 2235200"/>
              <a:gd name="connsiteY4" fmla="*/ 638175 h 638175"/>
              <a:gd name="connsiteX0" fmla="*/ 0 w 2235200"/>
              <a:gd name="connsiteY0" fmla="*/ 638175 h 638175"/>
              <a:gd name="connsiteX1" fmla="*/ 641398 w 2235200"/>
              <a:gd name="connsiteY1" fmla="*/ 0 h 638175"/>
              <a:gd name="connsiteX2" fmla="*/ 1593802 w 2235200"/>
              <a:gd name="connsiteY2" fmla="*/ 0 h 638175"/>
              <a:gd name="connsiteX3" fmla="*/ 2235200 w 2235200"/>
              <a:gd name="connsiteY3" fmla="*/ 638175 h 638175"/>
              <a:gd name="connsiteX4" fmla="*/ 0 w 2235200"/>
              <a:gd name="connsiteY4" fmla="*/ 638175 h 638175"/>
              <a:gd name="connsiteX0" fmla="*/ 0 w 2235200"/>
              <a:gd name="connsiteY0" fmla="*/ 650076 h 650076"/>
              <a:gd name="connsiteX1" fmla="*/ 641398 w 2235200"/>
              <a:gd name="connsiteY1" fmla="*/ 11901 h 650076"/>
              <a:gd name="connsiteX2" fmla="*/ 1605702 w 2235200"/>
              <a:gd name="connsiteY2" fmla="*/ 0 h 650076"/>
              <a:gd name="connsiteX3" fmla="*/ 2235200 w 2235200"/>
              <a:gd name="connsiteY3" fmla="*/ 650076 h 650076"/>
              <a:gd name="connsiteX4" fmla="*/ 0 w 2235200"/>
              <a:gd name="connsiteY4" fmla="*/ 650076 h 650076"/>
              <a:gd name="connsiteX0" fmla="*/ 0 w 2235200"/>
              <a:gd name="connsiteY0" fmla="*/ 638176 h 638176"/>
              <a:gd name="connsiteX1" fmla="*/ 641398 w 2235200"/>
              <a:gd name="connsiteY1" fmla="*/ 1 h 638176"/>
              <a:gd name="connsiteX2" fmla="*/ 1593802 w 2235200"/>
              <a:gd name="connsiteY2" fmla="*/ 0 h 638176"/>
              <a:gd name="connsiteX3" fmla="*/ 2235200 w 2235200"/>
              <a:gd name="connsiteY3" fmla="*/ 638176 h 638176"/>
              <a:gd name="connsiteX4" fmla="*/ 0 w 2235200"/>
              <a:gd name="connsiteY4" fmla="*/ 638176 h 6381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35200" h="638176">
                <a:moveTo>
                  <a:pt x="0" y="638176"/>
                </a:moveTo>
                <a:lnTo>
                  <a:pt x="641398" y="1"/>
                </a:lnTo>
                <a:lnTo>
                  <a:pt x="1593802" y="0"/>
                </a:lnTo>
                <a:lnTo>
                  <a:pt x="2235200" y="638176"/>
                </a:lnTo>
                <a:lnTo>
                  <a:pt x="0" y="638176"/>
                </a:lnTo>
                <a:close/>
              </a:path>
            </a:pathLst>
          </a:custGeom>
          <a:solidFill>
            <a:srgbClr val="FFCC33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/>
            <a:endParaRPr lang="en-US" sz="2400"/>
          </a:p>
        </p:txBody>
      </p:sp>
      <p:sp>
        <p:nvSpPr>
          <p:cNvPr id="14" name="Trapezoid 7"/>
          <p:cNvSpPr/>
          <p:nvPr userDrawn="1"/>
        </p:nvSpPr>
        <p:spPr bwMode="auto">
          <a:xfrm rot="8100000">
            <a:off x="8445254" y="5051710"/>
            <a:ext cx="4762500" cy="856189"/>
          </a:xfrm>
          <a:custGeom>
            <a:avLst/>
            <a:gdLst>
              <a:gd name="connsiteX0" fmla="*/ 0 w 3571875"/>
              <a:gd name="connsiteY0" fmla="*/ 638175 h 638175"/>
              <a:gd name="connsiteX1" fmla="*/ 641398 w 3571875"/>
              <a:gd name="connsiteY1" fmla="*/ 0 h 638175"/>
              <a:gd name="connsiteX2" fmla="*/ 2930477 w 3571875"/>
              <a:gd name="connsiteY2" fmla="*/ 0 h 638175"/>
              <a:gd name="connsiteX3" fmla="*/ 3571875 w 3571875"/>
              <a:gd name="connsiteY3" fmla="*/ 638175 h 638175"/>
              <a:gd name="connsiteX4" fmla="*/ 0 w 3571875"/>
              <a:gd name="connsiteY4" fmla="*/ 638175 h 638175"/>
              <a:gd name="connsiteX0" fmla="*/ 0 w 3571875"/>
              <a:gd name="connsiteY0" fmla="*/ 646109 h 646109"/>
              <a:gd name="connsiteX1" fmla="*/ 641398 w 3571875"/>
              <a:gd name="connsiteY1" fmla="*/ 7934 h 646109"/>
              <a:gd name="connsiteX2" fmla="*/ 2938411 w 3571875"/>
              <a:gd name="connsiteY2" fmla="*/ 0 h 646109"/>
              <a:gd name="connsiteX3" fmla="*/ 3571875 w 3571875"/>
              <a:gd name="connsiteY3" fmla="*/ 646109 h 646109"/>
              <a:gd name="connsiteX4" fmla="*/ 0 w 3571875"/>
              <a:gd name="connsiteY4" fmla="*/ 646109 h 646109"/>
              <a:gd name="connsiteX0" fmla="*/ 0 w 3571875"/>
              <a:gd name="connsiteY0" fmla="*/ 642142 h 642142"/>
              <a:gd name="connsiteX1" fmla="*/ 641398 w 3571875"/>
              <a:gd name="connsiteY1" fmla="*/ 3967 h 642142"/>
              <a:gd name="connsiteX2" fmla="*/ 2934444 w 3571875"/>
              <a:gd name="connsiteY2" fmla="*/ 0 h 642142"/>
              <a:gd name="connsiteX3" fmla="*/ 3571875 w 3571875"/>
              <a:gd name="connsiteY3" fmla="*/ 642142 h 642142"/>
              <a:gd name="connsiteX4" fmla="*/ 0 w 3571875"/>
              <a:gd name="connsiteY4" fmla="*/ 642142 h 642142"/>
              <a:gd name="connsiteX0" fmla="*/ 0 w 3571875"/>
              <a:gd name="connsiteY0" fmla="*/ 642142 h 642142"/>
              <a:gd name="connsiteX1" fmla="*/ 641398 w 3571875"/>
              <a:gd name="connsiteY1" fmla="*/ 3967 h 642142"/>
              <a:gd name="connsiteX2" fmla="*/ 2934444 w 3571875"/>
              <a:gd name="connsiteY2" fmla="*/ 0 h 642142"/>
              <a:gd name="connsiteX3" fmla="*/ 3571875 w 3571875"/>
              <a:gd name="connsiteY3" fmla="*/ 642142 h 642142"/>
              <a:gd name="connsiteX4" fmla="*/ 0 w 3571875"/>
              <a:gd name="connsiteY4" fmla="*/ 642142 h 6421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571875" h="642142">
                <a:moveTo>
                  <a:pt x="0" y="642142"/>
                </a:moveTo>
                <a:lnTo>
                  <a:pt x="641398" y="3967"/>
                </a:lnTo>
                <a:lnTo>
                  <a:pt x="2934444" y="0"/>
                </a:lnTo>
                <a:lnTo>
                  <a:pt x="3571875" y="642142"/>
                </a:lnTo>
                <a:lnTo>
                  <a:pt x="0" y="642142"/>
                </a:lnTo>
                <a:close/>
              </a:path>
            </a:pathLst>
          </a:custGeom>
          <a:solidFill>
            <a:srgbClr val="D8CFC6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/>
            <a:endParaRPr lang="en-US" sz="2400"/>
          </a:p>
        </p:txBody>
      </p:sp>
      <p:sp>
        <p:nvSpPr>
          <p:cNvPr id="15" name="Date Placeholder 2"/>
          <p:cNvSpPr>
            <a:spLocks noGrp="1"/>
          </p:cNvSpPr>
          <p:nvPr>
            <p:ph type="dt" sz="quarter" idx="2"/>
          </p:nvPr>
        </p:nvSpPr>
        <p:spPr bwMode="auto">
          <a:xfrm>
            <a:off x="613833" y="1137709"/>
            <a:ext cx="2844800" cy="3661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2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990575" indent="-380990" eaLnBrk="0" hangingPunct="0">
              <a:defRPr sz="3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523962" indent="-304792" eaLnBrk="0" hangingPunct="0">
              <a:defRPr sz="3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2133547" indent="-304792" eaLnBrk="0" hangingPunct="0">
              <a:defRPr sz="3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743131" indent="-304792" eaLnBrk="0" hangingPunct="0">
              <a:defRPr sz="3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3352716" indent="-304792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3962301" indent="-304792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4571886" indent="-304792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5181470" indent="-304792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/>
            <a:endParaRPr lang="en-US" sz="1067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28561895"/>
      </p:ext>
    </p:extLst>
  </p:cSld>
  <p:clrMapOvr>
    <a:masterClrMapping/>
  </p:clrMapOvr>
  <p:transition spd="med">
    <p:wipe dir="r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ight Triangle 13"/>
          <p:cNvSpPr>
            <a:spLocks noChangeArrowheads="1"/>
          </p:cNvSpPr>
          <p:nvPr/>
        </p:nvSpPr>
        <p:spPr bwMode="auto">
          <a:xfrm rot="16200000">
            <a:off x="7363885" y="2029885"/>
            <a:ext cx="4838700" cy="4838700"/>
          </a:xfrm>
          <a:prstGeom prst="rtTriangle">
            <a:avLst/>
          </a:prstGeom>
          <a:solidFill>
            <a:srgbClr val="D8CFC6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pPr algn="ctr"/>
            <a:endParaRPr lang="en-US" sz="2400"/>
          </a:p>
        </p:txBody>
      </p:sp>
      <p:sp>
        <p:nvSpPr>
          <p:cNvPr id="5" name="Snip Single Corner Rectangle 7"/>
          <p:cNvSpPr>
            <a:spLocks/>
          </p:cNvSpPr>
          <p:nvPr/>
        </p:nvSpPr>
        <p:spPr bwMode="auto">
          <a:xfrm rot="18900000" flipH="1">
            <a:off x="746126" y="-1715559"/>
            <a:ext cx="4157133" cy="5344584"/>
          </a:xfrm>
          <a:custGeom>
            <a:avLst/>
            <a:gdLst>
              <a:gd name="T0" fmla="*/ 2549141 w 3117017"/>
              <a:gd name="T1" fmla="*/ 0 h 4008478"/>
              <a:gd name="T2" fmla="*/ 0 w 3117017"/>
              <a:gd name="T3" fmla="*/ 2548435 h 4008478"/>
              <a:gd name="T4" fmla="*/ 0 w 3117017"/>
              <a:gd name="T5" fmla="*/ 4008438 h 4008478"/>
              <a:gd name="T6" fmla="*/ 3117850 w 3117017"/>
              <a:gd name="T7" fmla="*/ 4008438 h 4008478"/>
              <a:gd name="T8" fmla="*/ 3117850 w 3117017"/>
              <a:gd name="T9" fmla="*/ 568551 h 4008478"/>
              <a:gd name="T10" fmla="*/ 2549141 w 3117017"/>
              <a:gd name="T11" fmla="*/ 0 h 4008478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3117017" h="4008478">
                <a:moveTo>
                  <a:pt x="2548460" y="0"/>
                </a:moveTo>
                <a:lnTo>
                  <a:pt x="0" y="2548460"/>
                </a:lnTo>
                <a:lnTo>
                  <a:pt x="0" y="4008478"/>
                </a:lnTo>
                <a:lnTo>
                  <a:pt x="3117017" y="4008478"/>
                </a:lnTo>
                <a:lnTo>
                  <a:pt x="3117017" y="568557"/>
                </a:lnTo>
                <a:lnTo>
                  <a:pt x="2548460" y="0"/>
                </a:lnTo>
                <a:close/>
              </a:path>
            </a:pathLst>
          </a:custGeom>
          <a:gradFill rotWithShape="1">
            <a:gsLst>
              <a:gs pos="0">
                <a:srgbClr val="FFCC33"/>
              </a:gs>
              <a:gs pos="39999">
                <a:srgbClr val="FFCC33"/>
              </a:gs>
              <a:gs pos="100000">
                <a:srgbClr val="E3B93F"/>
              </a:gs>
            </a:gsLst>
            <a:lin ang="5220000"/>
          </a:gradFill>
          <a:ln w="9525" cap="flat" cmpd="sng">
            <a:noFill/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en-GB" sz="2400"/>
          </a:p>
        </p:txBody>
      </p:sp>
      <p:sp>
        <p:nvSpPr>
          <p:cNvPr id="6" name="Right Triangle 15"/>
          <p:cNvSpPr>
            <a:spLocks noChangeArrowheads="1"/>
          </p:cNvSpPr>
          <p:nvPr/>
        </p:nvSpPr>
        <p:spPr bwMode="auto">
          <a:xfrm rot="16200000">
            <a:off x="687917" y="1373717"/>
            <a:ext cx="5494867" cy="5494867"/>
          </a:xfrm>
          <a:prstGeom prst="rtTriangle">
            <a:avLst/>
          </a:prstGeom>
          <a:solidFill>
            <a:srgbClr val="FFCC33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pPr algn="ctr"/>
            <a:endParaRPr lang="en-US" sz="2400"/>
          </a:p>
        </p:txBody>
      </p:sp>
      <p:sp>
        <p:nvSpPr>
          <p:cNvPr id="11" name="Rectangle 6"/>
          <p:cNvSpPr>
            <a:spLocks noGrp="1" noChangeArrowheads="1"/>
          </p:cNvSpPr>
          <p:nvPr>
            <p:ph type="subTitle" idx="1"/>
          </p:nvPr>
        </p:nvSpPr>
        <p:spPr>
          <a:xfrm>
            <a:off x="6341253" y="1425493"/>
            <a:ext cx="3922953" cy="2664424"/>
          </a:xfrm>
        </p:spPr>
        <p:txBody>
          <a:bodyPr/>
          <a:lstStyle>
            <a:lvl1pPr marL="0" indent="0" algn="l">
              <a:spcBef>
                <a:spcPct val="30000"/>
              </a:spcBef>
              <a:spcAft>
                <a:spcPct val="30000"/>
              </a:spcAft>
              <a:buFontTx/>
              <a:buNone/>
              <a:defRPr sz="2400" b="1">
                <a:latin typeface="Arial"/>
                <a:cs typeface="Arial"/>
              </a:defRPr>
            </a:lvl1pPr>
          </a:lstStyle>
          <a:p>
            <a:r>
              <a:rPr lang="en-US"/>
              <a:t>Click to edit Master subtitle style</a:t>
            </a:r>
            <a:endParaRPr lang="sv-SE"/>
          </a:p>
        </p:txBody>
      </p:sp>
      <p:sp>
        <p:nvSpPr>
          <p:cNvPr id="8" name="Right Triangle 13"/>
          <p:cNvSpPr>
            <a:spLocks noChangeArrowheads="1"/>
          </p:cNvSpPr>
          <p:nvPr/>
        </p:nvSpPr>
        <p:spPr bwMode="auto">
          <a:xfrm rot="16200000">
            <a:off x="7363885" y="2029885"/>
            <a:ext cx="4838700" cy="4838700"/>
          </a:xfrm>
          <a:prstGeom prst="rtTriangle">
            <a:avLst/>
          </a:prstGeom>
          <a:solidFill>
            <a:srgbClr val="D8CFC6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pPr algn="ctr"/>
            <a:endParaRPr lang="en-US" sz="2400"/>
          </a:p>
        </p:txBody>
      </p:sp>
      <p:sp>
        <p:nvSpPr>
          <p:cNvPr id="9" name="Snip Single Corner Rectangle 7"/>
          <p:cNvSpPr>
            <a:spLocks/>
          </p:cNvSpPr>
          <p:nvPr/>
        </p:nvSpPr>
        <p:spPr bwMode="auto">
          <a:xfrm rot="18900000" flipH="1">
            <a:off x="746126" y="-1715559"/>
            <a:ext cx="4157133" cy="5344584"/>
          </a:xfrm>
          <a:custGeom>
            <a:avLst/>
            <a:gdLst>
              <a:gd name="T0" fmla="*/ 2549141 w 3117017"/>
              <a:gd name="T1" fmla="*/ 0 h 4008478"/>
              <a:gd name="T2" fmla="*/ 0 w 3117017"/>
              <a:gd name="T3" fmla="*/ 2548435 h 4008478"/>
              <a:gd name="T4" fmla="*/ 0 w 3117017"/>
              <a:gd name="T5" fmla="*/ 4008438 h 4008478"/>
              <a:gd name="T6" fmla="*/ 3117850 w 3117017"/>
              <a:gd name="T7" fmla="*/ 4008438 h 4008478"/>
              <a:gd name="T8" fmla="*/ 3117850 w 3117017"/>
              <a:gd name="T9" fmla="*/ 568551 h 4008478"/>
              <a:gd name="T10" fmla="*/ 2549141 w 3117017"/>
              <a:gd name="T11" fmla="*/ 0 h 4008478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3117017" h="4008478">
                <a:moveTo>
                  <a:pt x="2548460" y="0"/>
                </a:moveTo>
                <a:lnTo>
                  <a:pt x="0" y="2548460"/>
                </a:lnTo>
                <a:lnTo>
                  <a:pt x="0" y="4008478"/>
                </a:lnTo>
                <a:lnTo>
                  <a:pt x="3117017" y="4008478"/>
                </a:lnTo>
                <a:lnTo>
                  <a:pt x="3117017" y="568557"/>
                </a:lnTo>
                <a:lnTo>
                  <a:pt x="2548460" y="0"/>
                </a:lnTo>
                <a:close/>
              </a:path>
            </a:pathLst>
          </a:custGeom>
          <a:gradFill rotWithShape="1">
            <a:gsLst>
              <a:gs pos="0">
                <a:srgbClr val="FFCC33"/>
              </a:gs>
              <a:gs pos="39999">
                <a:srgbClr val="FFCC33"/>
              </a:gs>
              <a:gs pos="100000">
                <a:srgbClr val="E3B93F"/>
              </a:gs>
            </a:gsLst>
            <a:lin ang="5220000"/>
          </a:gradFill>
          <a:ln w="9525" cap="flat" cmpd="sng">
            <a:noFill/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en-GB" sz="2400"/>
          </a:p>
        </p:txBody>
      </p:sp>
      <p:sp>
        <p:nvSpPr>
          <p:cNvPr id="10" name="Right Triangle 15"/>
          <p:cNvSpPr>
            <a:spLocks noChangeArrowheads="1"/>
          </p:cNvSpPr>
          <p:nvPr/>
        </p:nvSpPr>
        <p:spPr bwMode="auto">
          <a:xfrm rot="16200000">
            <a:off x="687917" y="1373717"/>
            <a:ext cx="5494867" cy="5494867"/>
          </a:xfrm>
          <a:prstGeom prst="rtTriangle">
            <a:avLst/>
          </a:prstGeom>
          <a:solidFill>
            <a:srgbClr val="FFCC33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pPr algn="ctr"/>
            <a:endParaRPr lang="en-US" sz="2400"/>
          </a:p>
        </p:txBody>
      </p:sp>
      <p:sp>
        <p:nvSpPr>
          <p:cNvPr id="13" name="Right Triangle 13"/>
          <p:cNvSpPr>
            <a:spLocks noChangeArrowheads="1"/>
          </p:cNvSpPr>
          <p:nvPr userDrawn="1"/>
        </p:nvSpPr>
        <p:spPr bwMode="auto">
          <a:xfrm rot="16200000">
            <a:off x="7363885" y="2029885"/>
            <a:ext cx="4838700" cy="4838700"/>
          </a:xfrm>
          <a:prstGeom prst="rtTriangle">
            <a:avLst/>
          </a:prstGeom>
          <a:solidFill>
            <a:srgbClr val="D8CFC6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pPr algn="ctr"/>
            <a:endParaRPr lang="en-US" sz="2400"/>
          </a:p>
        </p:txBody>
      </p:sp>
      <p:sp>
        <p:nvSpPr>
          <p:cNvPr id="14" name="Snip Single Corner Rectangle 7"/>
          <p:cNvSpPr>
            <a:spLocks/>
          </p:cNvSpPr>
          <p:nvPr userDrawn="1"/>
        </p:nvSpPr>
        <p:spPr bwMode="auto">
          <a:xfrm rot="18900000" flipH="1">
            <a:off x="746126" y="-1715559"/>
            <a:ext cx="4157133" cy="5344584"/>
          </a:xfrm>
          <a:custGeom>
            <a:avLst/>
            <a:gdLst>
              <a:gd name="T0" fmla="*/ 2549141 w 3117017"/>
              <a:gd name="T1" fmla="*/ 0 h 4008478"/>
              <a:gd name="T2" fmla="*/ 0 w 3117017"/>
              <a:gd name="T3" fmla="*/ 2548435 h 4008478"/>
              <a:gd name="T4" fmla="*/ 0 w 3117017"/>
              <a:gd name="T5" fmla="*/ 4008438 h 4008478"/>
              <a:gd name="T6" fmla="*/ 3117850 w 3117017"/>
              <a:gd name="T7" fmla="*/ 4008438 h 4008478"/>
              <a:gd name="T8" fmla="*/ 3117850 w 3117017"/>
              <a:gd name="T9" fmla="*/ 568551 h 4008478"/>
              <a:gd name="T10" fmla="*/ 2549141 w 3117017"/>
              <a:gd name="T11" fmla="*/ 0 h 4008478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3117017" h="4008478">
                <a:moveTo>
                  <a:pt x="2548460" y="0"/>
                </a:moveTo>
                <a:lnTo>
                  <a:pt x="0" y="2548460"/>
                </a:lnTo>
                <a:lnTo>
                  <a:pt x="0" y="4008478"/>
                </a:lnTo>
                <a:lnTo>
                  <a:pt x="3117017" y="4008478"/>
                </a:lnTo>
                <a:lnTo>
                  <a:pt x="3117017" y="568557"/>
                </a:lnTo>
                <a:lnTo>
                  <a:pt x="2548460" y="0"/>
                </a:lnTo>
                <a:close/>
              </a:path>
            </a:pathLst>
          </a:custGeom>
          <a:gradFill rotWithShape="1">
            <a:gsLst>
              <a:gs pos="0">
                <a:srgbClr val="FFCC33"/>
              </a:gs>
              <a:gs pos="39999">
                <a:srgbClr val="FFCC33"/>
              </a:gs>
              <a:gs pos="100000">
                <a:srgbClr val="E3B93F"/>
              </a:gs>
            </a:gsLst>
            <a:lin ang="5220000"/>
          </a:gradFill>
          <a:ln w="9525" cap="flat" cmpd="sng">
            <a:noFill/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en-GB" sz="2400"/>
          </a:p>
        </p:txBody>
      </p:sp>
      <p:sp>
        <p:nvSpPr>
          <p:cNvPr id="15" name="Right Triangle 15"/>
          <p:cNvSpPr>
            <a:spLocks noChangeArrowheads="1"/>
          </p:cNvSpPr>
          <p:nvPr userDrawn="1"/>
        </p:nvSpPr>
        <p:spPr bwMode="auto">
          <a:xfrm rot="16200000">
            <a:off x="687917" y="1373717"/>
            <a:ext cx="5494867" cy="5494867"/>
          </a:xfrm>
          <a:prstGeom prst="rtTriangle">
            <a:avLst/>
          </a:prstGeom>
          <a:solidFill>
            <a:srgbClr val="FFCC33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pPr algn="ctr"/>
            <a:endParaRPr lang="en-US" sz="2400"/>
          </a:p>
        </p:txBody>
      </p:sp>
      <p:pic>
        <p:nvPicPr>
          <p:cNvPr id="16" name="Picture 16" descr="AXIS_LOGO_RGB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49833" y="198967"/>
            <a:ext cx="1176867" cy="4233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08019057"/>
      </p:ext>
    </p:extLst>
  </p:cSld>
  <p:clrMapOvr>
    <a:masterClrMapping/>
  </p:clrMapOvr>
  <p:transition spd="med">
    <p:wipe dir="r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, with image to th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9733" y="1314451"/>
            <a:ext cx="6652480" cy="4495800"/>
          </a:xfrm>
        </p:spPr>
        <p:txBody>
          <a:bodyPr>
            <a:normAutofit/>
          </a:bodyPr>
          <a:lstStyle>
            <a:lvl1pPr marL="359824" indent="-359824">
              <a:buClrTx/>
              <a:buFont typeface="Arial" panose="020B0604020202020204" pitchFamily="34" charset="0"/>
              <a:buChar char="&gt;"/>
              <a:defRPr sz="2400" baseline="0">
                <a:latin typeface="Arial"/>
                <a:cs typeface="Arial"/>
              </a:defRPr>
            </a:lvl1pPr>
            <a:lvl2pPr>
              <a:buClrTx/>
              <a:defRPr sz="2133" baseline="0">
                <a:latin typeface="Arial"/>
                <a:cs typeface="Arial"/>
              </a:defRPr>
            </a:lvl2pPr>
            <a:lvl3pPr>
              <a:buClrTx/>
              <a:defRPr sz="2133" baseline="0">
                <a:latin typeface="Arial"/>
                <a:cs typeface="Arial"/>
              </a:defRPr>
            </a:lvl3pPr>
            <a:lvl4pPr>
              <a:buClrTx/>
              <a:defRPr sz="1867" baseline="0">
                <a:latin typeface="Arial"/>
                <a:cs typeface="Arial"/>
              </a:defRPr>
            </a:lvl4pPr>
            <a:lvl5pPr>
              <a:buClrTx/>
              <a:defRPr sz="1867" baseline="0">
                <a:latin typeface="Arial"/>
                <a:cs typeface="Arial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840454" y="389289"/>
            <a:ext cx="11035541" cy="485775"/>
          </a:xfrm>
          <a:prstGeom prst="rect">
            <a:avLst/>
          </a:prstGeom>
        </p:spPr>
        <p:txBody>
          <a:bodyPr/>
          <a:lstStyle>
            <a:lvl1pPr>
              <a:defRPr sz="2667"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307245941"/>
      </p:ext>
    </p:extLst>
  </p:cSld>
  <p:clrMapOvr>
    <a:masterClrMapping/>
  </p:clrMapOvr>
  <p:transition spd="med">
    <p:wipe dir="r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buClrTx/>
              <a:defRPr sz="2400" baseline="0"/>
            </a:lvl1pPr>
            <a:lvl2pPr>
              <a:buClrTx/>
              <a:defRPr sz="2133" baseline="0"/>
            </a:lvl2pPr>
            <a:lvl3pPr>
              <a:buClrTx/>
              <a:defRPr sz="2133" baseline="0"/>
            </a:lvl3pPr>
            <a:lvl4pPr>
              <a:buClrTx/>
              <a:defRPr sz="1867" baseline="0"/>
            </a:lvl4pPr>
            <a:lvl5pPr>
              <a:buClrTx/>
              <a:defRPr sz="1867" baseline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844984" y="386997"/>
            <a:ext cx="11035541" cy="485775"/>
          </a:xfrm>
          <a:prstGeom prst="rect">
            <a:avLst/>
          </a:prstGeom>
        </p:spPr>
        <p:txBody>
          <a:bodyPr/>
          <a:lstStyle>
            <a:lvl1pPr>
              <a:defRPr sz="2667"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6497681"/>
      </p:ext>
    </p:extLst>
  </p:cSld>
  <p:clrMapOvr>
    <a:masterClrMapping/>
  </p:clrMapOvr>
  <p:transition spd="med">
    <p:wipe dir="r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840444" y="386997"/>
            <a:ext cx="11035541" cy="485775"/>
          </a:xfrm>
          <a:prstGeom prst="rect">
            <a:avLst/>
          </a:prstGeom>
        </p:spPr>
        <p:txBody>
          <a:bodyPr/>
          <a:lstStyle>
            <a:lvl1pPr>
              <a:defRPr sz="2667"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9735" y="1314451"/>
            <a:ext cx="5151967" cy="4495800"/>
          </a:xfrm>
        </p:spPr>
        <p:txBody>
          <a:bodyPr>
            <a:normAutofit/>
          </a:bodyPr>
          <a:lstStyle>
            <a:lvl1pPr>
              <a:buClrTx/>
              <a:defRPr sz="2133"/>
            </a:lvl1pPr>
            <a:lvl2pPr>
              <a:buClrTx/>
              <a:defRPr sz="1867"/>
            </a:lvl2pPr>
            <a:lvl3pPr>
              <a:buClrTx/>
              <a:defRPr sz="1867"/>
            </a:lvl3pPr>
            <a:lvl4pPr>
              <a:buClrTx/>
              <a:defRPr sz="1600"/>
            </a:lvl4pPr>
            <a:lvl5pPr>
              <a:buClrTx/>
              <a:defRPr sz="16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4902" y="1314451"/>
            <a:ext cx="5154084" cy="4495800"/>
          </a:xfrm>
        </p:spPr>
        <p:txBody>
          <a:bodyPr>
            <a:normAutofit/>
          </a:bodyPr>
          <a:lstStyle>
            <a:lvl1pPr>
              <a:defRPr sz="2133"/>
            </a:lvl1pPr>
            <a:lvl2pPr>
              <a:defRPr sz="1867"/>
            </a:lvl2pPr>
            <a:lvl3pPr>
              <a:defRPr sz="1867"/>
            </a:lvl3pPr>
            <a:lvl4pPr>
              <a:defRPr sz="1600"/>
            </a:lvl4pPr>
            <a:lvl5pPr>
              <a:defRPr sz="16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22989390"/>
      </p:ext>
    </p:extLst>
  </p:cSld>
  <p:clrMapOvr>
    <a:masterClrMapping/>
  </p:clrMapOvr>
  <p:transition spd="med">
    <p:wipe dir="r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4001" y="1309645"/>
            <a:ext cx="5251417" cy="639763"/>
          </a:xfrm>
        </p:spPr>
        <p:txBody>
          <a:bodyPr anchor="b"/>
          <a:lstStyle>
            <a:lvl1pPr marL="0" indent="0">
              <a:buNone/>
              <a:defRPr sz="2133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4001" y="1949407"/>
            <a:ext cx="5251417" cy="3951288"/>
          </a:xfrm>
        </p:spPr>
        <p:txBody>
          <a:bodyPr>
            <a:normAutofit/>
          </a:bodyPr>
          <a:lstStyle>
            <a:lvl1pPr>
              <a:buClrTx/>
              <a:defRPr sz="2133"/>
            </a:lvl1pPr>
            <a:lvl2pPr>
              <a:buClrTx/>
              <a:defRPr sz="1867"/>
            </a:lvl2pPr>
            <a:lvl3pPr>
              <a:buClrTx/>
              <a:defRPr sz="1867"/>
            </a:lvl3pPr>
            <a:lvl4pPr>
              <a:buClrTx/>
              <a:defRPr sz="1600"/>
            </a:lvl4pPr>
            <a:lvl5pPr>
              <a:buClrTx/>
              <a:defRPr sz="1600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309645"/>
            <a:ext cx="5389033" cy="639763"/>
          </a:xfrm>
        </p:spPr>
        <p:txBody>
          <a:bodyPr anchor="b"/>
          <a:lstStyle>
            <a:lvl1pPr marL="0" indent="0">
              <a:buNone/>
              <a:defRPr sz="2133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1949407"/>
            <a:ext cx="5389033" cy="3951288"/>
          </a:xfrm>
        </p:spPr>
        <p:txBody>
          <a:bodyPr>
            <a:normAutofit/>
          </a:bodyPr>
          <a:lstStyle>
            <a:lvl1pPr>
              <a:defRPr sz="2133"/>
            </a:lvl1pPr>
            <a:lvl2pPr>
              <a:defRPr sz="1867"/>
            </a:lvl2pPr>
            <a:lvl3pPr>
              <a:defRPr sz="1867"/>
            </a:lvl3pPr>
            <a:lvl4pPr>
              <a:defRPr sz="1600"/>
            </a:lvl4pPr>
            <a:lvl5pPr>
              <a:defRPr sz="1600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837504" y="386995"/>
            <a:ext cx="11035541" cy="485775"/>
          </a:xfrm>
          <a:prstGeom prst="rect">
            <a:avLst/>
          </a:prstGeom>
        </p:spPr>
        <p:txBody>
          <a:bodyPr/>
          <a:lstStyle>
            <a:lvl1pPr>
              <a:defRPr sz="2667"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737495019"/>
      </p:ext>
    </p:extLst>
  </p:cSld>
  <p:clrMapOvr>
    <a:masterClrMapping/>
  </p:clrMapOvr>
  <p:transition spd="med">
    <p:wipe dir="r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>
            <a:spLocks noGrp="1"/>
          </p:cNvSpPr>
          <p:nvPr>
            <p:ph type="title"/>
          </p:nvPr>
        </p:nvSpPr>
        <p:spPr>
          <a:xfrm>
            <a:off x="837504" y="386995"/>
            <a:ext cx="11035541" cy="485775"/>
          </a:xfrm>
          <a:prstGeom prst="rect">
            <a:avLst/>
          </a:prstGeom>
        </p:spPr>
        <p:txBody>
          <a:bodyPr/>
          <a:lstStyle>
            <a:lvl1pPr>
              <a:defRPr sz="2667"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985612126"/>
      </p:ext>
    </p:extLst>
  </p:cSld>
  <p:clrMapOvr>
    <a:masterClrMapping/>
  </p:clrMapOvr>
  <p:transition spd="med">
    <p:wipe dir="r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9"/>
          <p:cNvSpPr>
            <a:spLocks noChangeArrowheads="1"/>
          </p:cNvSpPr>
          <p:nvPr/>
        </p:nvSpPr>
        <p:spPr bwMode="auto">
          <a:xfrm>
            <a:off x="533401" y="850900"/>
            <a:ext cx="11275484" cy="338667"/>
          </a:xfrm>
          <a:prstGeom prst="rect">
            <a:avLst/>
          </a:pr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pPr algn="ctr"/>
            <a:endParaRPr lang="en-US" sz="2400"/>
          </a:p>
        </p:txBody>
      </p:sp>
      <p:grpSp>
        <p:nvGrpSpPr>
          <p:cNvPr id="5" name="Group 9"/>
          <p:cNvGrpSpPr>
            <a:grpSpLocks/>
          </p:cNvGrpSpPr>
          <p:nvPr/>
        </p:nvGrpSpPr>
        <p:grpSpPr bwMode="auto">
          <a:xfrm>
            <a:off x="-745067" y="10585"/>
            <a:ext cx="3608917" cy="1358900"/>
            <a:chOff x="-558285" y="0"/>
            <a:chExt cx="2706362" cy="1018651"/>
          </a:xfrm>
        </p:grpSpPr>
        <p:sp>
          <p:nvSpPr>
            <p:cNvPr id="6" name="Rectangle 10"/>
            <p:cNvSpPr>
              <a:spLocks noChangeArrowheads="1"/>
            </p:cNvSpPr>
            <p:nvPr/>
          </p:nvSpPr>
          <p:spPr bwMode="auto">
            <a:xfrm>
              <a:off x="160867" y="0"/>
              <a:ext cx="1905000" cy="21166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ctr"/>
              <a:endParaRPr lang="en-US" sz="2400"/>
            </a:p>
          </p:txBody>
        </p:sp>
        <p:sp>
          <p:nvSpPr>
            <p:cNvPr id="7" name="Trapezoid 6"/>
            <p:cNvSpPr/>
            <p:nvPr/>
          </p:nvSpPr>
          <p:spPr bwMode="auto">
            <a:xfrm rot="18900000">
              <a:off x="-415427" y="204682"/>
              <a:ext cx="1723817" cy="466485"/>
            </a:xfrm>
            <a:prstGeom prst="trapezoid">
              <a:avLst>
                <a:gd name="adj" fmla="val 100505"/>
              </a:avLst>
            </a:prstGeom>
            <a:solidFill>
              <a:srgbClr val="D8CFC6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/>
              <a:endParaRPr lang="en-US" sz="2400"/>
            </a:p>
          </p:txBody>
        </p:sp>
        <p:sp>
          <p:nvSpPr>
            <p:cNvPr id="8" name="Trapezoid 7"/>
            <p:cNvSpPr/>
            <p:nvPr/>
          </p:nvSpPr>
          <p:spPr bwMode="auto">
            <a:xfrm rot="18900000">
              <a:off x="-558285" y="552166"/>
              <a:ext cx="2706362" cy="466485"/>
            </a:xfrm>
            <a:prstGeom prst="trapezoid">
              <a:avLst>
                <a:gd name="adj" fmla="val 100505"/>
              </a:avLst>
            </a:prstGeom>
            <a:solidFill>
              <a:srgbClr val="FFC000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/>
              <a:endParaRPr lang="en-US" sz="2400"/>
            </a:p>
          </p:txBody>
        </p:sp>
      </p:grpSp>
      <p:grpSp>
        <p:nvGrpSpPr>
          <p:cNvPr id="9" name="Group 9"/>
          <p:cNvGrpSpPr>
            <a:grpSpLocks/>
          </p:cNvGrpSpPr>
          <p:nvPr/>
        </p:nvGrpSpPr>
        <p:grpSpPr bwMode="auto">
          <a:xfrm>
            <a:off x="-745067" y="10585"/>
            <a:ext cx="3608917" cy="1358900"/>
            <a:chOff x="-558285" y="0"/>
            <a:chExt cx="2706362" cy="1018651"/>
          </a:xfrm>
        </p:grpSpPr>
        <p:sp>
          <p:nvSpPr>
            <p:cNvPr id="10" name="Rectangle 10"/>
            <p:cNvSpPr>
              <a:spLocks noChangeArrowheads="1"/>
            </p:cNvSpPr>
            <p:nvPr/>
          </p:nvSpPr>
          <p:spPr bwMode="auto">
            <a:xfrm>
              <a:off x="160867" y="0"/>
              <a:ext cx="1905000" cy="21166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ctr"/>
              <a:endParaRPr lang="en-US" sz="2400"/>
            </a:p>
          </p:txBody>
        </p:sp>
        <p:sp>
          <p:nvSpPr>
            <p:cNvPr id="11" name="Trapezoid 10"/>
            <p:cNvSpPr/>
            <p:nvPr/>
          </p:nvSpPr>
          <p:spPr bwMode="auto">
            <a:xfrm rot="18900000">
              <a:off x="-415427" y="204682"/>
              <a:ext cx="1723817" cy="466485"/>
            </a:xfrm>
            <a:prstGeom prst="trapezoid">
              <a:avLst>
                <a:gd name="adj" fmla="val 100505"/>
              </a:avLst>
            </a:prstGeom>
            <a:solidFill>
              <a:srgbClr val="D8CFC6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/>
              <a:endParaRPr lang="en-US" sz="2400"/>
            </a:p>
          </p:txBody>
        </p:sp>
        <p:sp>
          <p:nvSpPr>
            <p:cNvPr id="12" name="Trapezoid 11"/>
            <p:cNvSpPr/>
            <p:nvPr/>
          </p:nvSpPr>
          <p:spPr bwMode="auto">
            <a:xfrm rot="18900000">
              <a:off x="-558285" y="552166"/>
              <a:ext cx="2706362" cy="466485"/>
            </a:xfrm>
            <a:prstGeom prst="trapezoid">
              <a:avLst>
                <a:gd name="adj" fmla="val 100505"/>
              </a:avLst>
            </a:prstGeom>
            <a:solidFill>
              <a:srgbClr val="FFC000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/>
              <a:endParaRPr lang="en-US" sz="2400"/>
            </a:p>
          </p:txBody>
        </p:sp>
      </p:grpSp>
      <p:grpSp>
        <p:nvGrpSpPr>
          <p:cNvPr id="13" name="Group 9"/>
          <p:cNvGrpSpPr>
            <a:grpSpLocks/>
          </p:cNvGrpSpPr>
          <p:nvPr userDrawn="1"/>
        </p:nvGrpSpPr>
        <p:grpSpPr bwMode="auto">
          <a:xfrm>
            <a:off x="-745067" y="10585"/>
            <a:ext cx="3608917" cy="1358900"/>
            <a:chOff x="-558285" y="0"/>
            <a:chExt cx="2706362" cy="1018651"/>
          </a:xfrm>
        </p:grpSpPr>
        <p:sp>
          <p:nvSpPr>
            <p:cNvPr id="14" name="Rectangle 10"/>
            <p:cNvSpPr>
              <a:spLocks noChangeArrowheads="1"/>
            </p:cNvSpPr>
            <p:nvPr/>
          </p:nvSpPr>
          <p:spPr bwMode="auto">
            <a:xfrm>
              <a:off x="160867" y="0"/>
              <a:ext cx="1905000" cy="21166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ctr"/>
              <a:endParaRPr lang="en-US" sz="2400"/>
            </a:p>
          </p:txBody>
        </p:sp>
        <p:sp>
          <p:nvSpPr>
            <p:cNvPr id="15" name="Trapezoid 14"/>
            <p:cNvSpPr/>
            <p:nvPr/>
          </p:nvSpPr>
          <p:spPr bwMode="auto">
            <a:xfrm rot="18900000">
              <a:off x="-415427" y="204682"/>
              <a:ext cx="1723817" cy="466485"/>
            </a:xfrm>
            <a:prstGeom prst="trapezoid">
              <a:avLst>
                <a:gd name="adj" fmla="val 100505"/>
              </a:avLst>
            </a:prstGeom>
            <a:solidFill>
              <a:srgbClr val="D8CFC6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/>
              <a:endParaRPr lang="en-US" sz="2400"/>
            </a:p>
          </p:txBody>
        </p:sp>
        <p:sp>
          <p:nvSpPr>
            <p:cNvPr id="16" name="Trapezoid 15"/>
            <p:cNvSpPr/>
            <p:nvPr/>
          </p:nvSpPr>
          <p:spPr bwMode="auto">
            <a:xfrm rot="18900000">
              <a:off x="-558285" y="552166"/>
              <a:ext cx="2706362" cy="466485"/>
            </a:xfrm>
            <a:prstGeom prst="trapezoid">
              <a:avLst>
                <a:gd name="adj" fmla="val 100505"/>
              </a:avLst>
            </a:prstGeom>
            <a:solidFill>
              <a:srgbClr val="FFC000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/>
              <a:endParaRPr lang="en-US" sz="2400"/>
            </a:p>
          </p:txBody>
        </p:sp>
      </p:grpSp>
    </p:spTree>
    <p:extLst>
      <p:ext uri="{BB962C8B-B14F-4D97-AF65-F5344CB8AC3E}">
        <p14:creationId xmlns:p14="http://schemas.microsoft.com/office/powerpoint/2010/main" val="2637658744"/>
      </p:ext>
    </p:extLst>
  </p:cSld>
  <p:clrMapOvr>
    <a:masterClrMapping/>
  </p:clrMapOvr>
  <p:transition spd="med">
    <p:wipe dir="r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11" y="365417"/>
            <a:ext cx="10124017" cy="48577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400" baseline="0"/>
            </a:lvl1pPr>
            <a:lvl2pPr>
              <a:defRPr sz="2133" baseline="0"/>
            </a:lvl2pPr>
            <a:lvl3pPr>
              <a:defRPr sz="2133" baseline="0"/>
            </a:lvl3pPr>
            <a:lvl4pPr>
              <a:defRPr sz="2133" baseline="0"/>
            </a:lvl4pPr>
            <a:lvl5pPr>
              <a:defRPr sz="2133" baseline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630720134"/>
      </p:ext>
    </p:extLst>
  </p:cSld>
  <p:clrMapOvr>
    <a:masterClrMapping/>
  </p:clrMapOvr>
  <p:transition spd="med">
    <p:wipe dir="r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829733" y="1314451"/>
            <a:ext cx="10509251" cy="449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27" name="Line 5"/>
          <p:cNvSpPr>
            <a:spLocks noChangeShapeType="1"/>
          </p:cNvSpPr>
          <p:nvPr/>
        </p:nvSpPr>
        <p:spPr bwMode="auto">
          <a:xfrm>
            <a:off x="622300" y="6210300"/>
            <a:ext cx="10972800" cy="0"/>
          </a:xfrm>
          <a:prstGeom prst="line">
            <a:avLst/>
          </a:prstGeom>
          <a:noFill/>
          <a:ln w="9525">
            <a:solidFill>
              <a:srgbClr val="7B6E60"/>
            </a:solidFill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en-GB" sz="2400"/>
          </a:p>
        </p:txBody>
      </p:sp>
      <p:sp>
        <p:nvSpPr>
          <p:cNvPr id="1030" name="Text Box 6"/>
          <p:cNvSpPr txBox="1">
            <a:spLocks noChangeArrowheads="1"/>
          </p:cNvSpPr>
          <p:nvPr/>
        </p:nvSpPr>
        <p:spPr bwMode="auto">
          <a:xfrm>
            <a:off x="495300" y="6187018"/>
            <a:ext cx="1240148" cy="276999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>
              <a:defRPr/>
            </a:pPr>
            <a:r>
              <a:rPr lang="en-US" sz="1200" b="1" noProof="0">
                <a:solidFill>
                  <a:schemeClr val="accent2"/>
                </a:solidFill>
                <a:latin typeface="Arial"/>
                <a:cs typeface="Arial"/>
              </a:rPr>
              <a:t>www.axis.com</a:t>
            </a:r>
          </a:p>
        </p:txBody>
      </p:sp>
      <p:pic>
        <p:nvPicPr>
          <p:cNvPr id="2053" name="Picture 10" descr="AXIS_LOGO_RGB.png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12967" y="6314018"/>
            <a:ext cx="971551" cy="3492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32" name="Rectangle 2"/>
          <p:cNvSpPr>
            <a:spLocks/>
          </p:cNvSpPr>
          <p:nvPr/>
        </p:nvSpPr>
        <p:spPr bwMode="auto">
          <a:xfrm>
            <a:off x="620185" y="922867"/>
            <a:ext cx="10968567" cy="82551"/>
          </a:xfrm>
          <a:custGeom>
            <a:avLst/>
            <a:gdLst>
              <a:gd name="T0" fmla="*/ 61574 w 8226259"/>
              <a:gd name="T1" fmla="*/ 0 h 61569"/>
              <a:gd name="T2" fmla="*/ 8227089 w 8226259"/>
              <a:gd name="T3" fmla="*/ 0 h 61569"/>
              <a:gd name="T4" fmla="*/ 8227089 w 8226259"/>
              <a:gd name="T5" fmla="*/ 3795 h 61569"/>
              <a:gd name="T6" fmla="*/ 8169205 w 8226259"/>
              <a:gd name="T7" fmla="*/ 63309 h 61569"/>
              <a:gd name="T8" fmla="*/ 0 w 8226259"/>
              <a:gd name="T9" fmla="*/ 63309 h 61569"/>
              <a:gd name="T10" fmla="*/ 61574 w 8226259"/>
              <a:gd name="T11" fmla="*/ 0 h 61569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8226259" h="61569">
                <a:moveTo>
                  <a:pt x="61569" y="0"/>
                </a:moveTo>
                <a:lnTo>
                  <a:pt x="8226259" y="0"/>
                </a:lnTo>
                <a:lnTo>
                  <a:pt x="8226259" y="3690"/>
                </a:lnTo>
                <a:lnTo>
                  <a:pt x="8168380" y="61569"/>
                </a:lnTo>
                <a:lnTo>
                  <a:pt x="0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FFCC33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GB" sz="2400"/>
          </a:p>
        </p:txBody>
      </p:sp>
      <p:sp>
        <p:nvSpPr>
          <p:cNvPr id="1034" name="Parallelogram 6"/>
          <p:cNvSpPr>
            <a:spLocks noChangeArrowheads="1"/>
          </p:cNvSpPr>
          <p:nvPr/>
        </p:nvSpPr>
        <p:spPr bwMode="auto">
          <a:xfrm>
            <a:off x="1511301" y="1"/>
            <a:ext cx="1087967" cy="190500"/>
          </a:xfrm>
          <a:prstGeom prst="parallelogram">
            <a:avLst>
              <a:gd name="adj" fmla="val 98332"/>
            </a:avLst>
          </a:prstGeom>
          <a:solidFill>
            <a:srgbClr val="FFCC33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pPr algn="ctr"/>
            <a:endParaRPr lang="en-US" sz="2400"/>
          </a:p>
        </p:txBody>
      </p:sp>
      <p:sp>
        <p:nvSpPr>
          <p:cNvPr id="1035" name="Parallelogram 12"/>
          <p:cNvSpPr>
            <a:spLocks noChangeArrowheads="1"/>
          </p:cNvSpPr>
          <p:nvPr/>
        </p:nvSpPr>
        <p:spPr bwMode="auto">
          <a:xfrm>
            <a:off x="563034" y="1"/>
            <a:ext cx="1087967" cy="190500"/>
          </a:xfrm>
          <a:prstGeom prst="parallelogram">
            <a:avLst>
              <a:gd name="adj" fmla="val 98332"/>
            </a:avLst>
          </a:prstGeom>
          <a:solidFill>
            <a:srgbClr val="D8CFC6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pPr algn="ctr"/>
            <a:endParaRPr lang="en-US" sz="2400"/>
          </a:p>
        </p:txBody>
      </p:sp>
      <p:sp>
        <p:nvSpPr>
          <p:cNvPr id="12" name="Date Placeholder 2"/>
          <p:cNvSpPr>
            <a:spLocks noGrp="1"/>
          </p:cNvSpPr>
          <p:nvPr>
            <p:ph type="dt" sz="quarter" idx="2"/>
          </p:nvPr>
        </p:nvSpPr>
        <p:spPr bwMode="auto">
          <a:xfrm>
            <a:off x="1051984" y="6431851"/>
            <a:ext cx="2844800" cy="3661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990575" indent="-380990" eaLnBrk="0" hangingPunct="0">
              <a:defRPr sz="3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523962" indent="-304792" eaLnBrk="0" hangingPunct="0">
              <a:defRPr sz="3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2133547" indent="-304792" eaLnBrk="0" hangingPunct="0">
              <a:defRPr sz="3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743131" indent="-304792" eaLnBrk="0" hangingPunct="0">
              <a:defRPr sz="3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3352716" indent="-304792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3962301" indent="-304792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4571886" indent="-304792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5181470" indent="-304792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/>
            <a:endParaRPr lang="en-US" sz="1067">
              <a:solidFill>
                <a:srgbClr val="000000"/>
              </a:solidFill>
            </a:endParaRPr>
          </a:p>
        </p:txBody>
      </p:sp>
      <p:sp>
        <p:nvSpPr>
          <p:cNvPr id="13" name="Slide Number Placeholder 3"/>
          <p:cNvSpPr>
            <a:spLocks noGrp="1"/>
          </p:cNvSpPr>
          <p:nvPr>
            <p:ph type="sldNum" sz="quarter" idx="4"/>
          </p:nvPr>
        </p:nvSpPr>
        <p:spPr bwMode="auto">
          <a:xfrm>
            <a:off x="497418" y="6431134"/>
            <a:ext cx="474951" cy="2010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990575" indent="-380990" eaLnBrk="0" hangingPunct="0">
              <a:defRPr sz="3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523962" indent="-304792" eaLnBrk="0" hangingPunct="0">
              <a:defRPr sz="3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2133547" indent="-304792" eaLnBrk="0" hangingPunct="0">
              <a:defRPr sz="3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743131" indent="-304792" eaLnBrk="0" hangingPunct="0">
              <a:defRPr sz="3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3352716" indent="-304792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3962301" indent="-304792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4571886" indent="-304792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5181470" indent="-304792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/>
            <a:fld id="{0C7B5673-C478-41E9-BE38-89A2975CF732}" type="slidenum">
              <a:rPr lang="en-US" sz="1067" smtClean="0"/>
              <a:pPr eaLnBrk="1" hangingPunct="1"/>
              <a:t>‹#›</a:t>
            </a:fld>
            <a:endParaRPr lang="en-US" sz="1067"/>
          </a:p>
        </p:txBody>
      </p:sp>
      <p:pic>
        <p:nvPicPr>
          <p:cNvPr id="11" name="Picture 10" descr="AXIS_LOGO_RGB.png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12967" y="6314018"/>
            <a:ext cx="971551" cy="3492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Rectangle 2"/>
          <p:cNvSpPr>
            <a:spLocks/>
          </p:cNvSpPr>
          <p:nvPr/>
        </p:nvSpPr>
        <p:spPr bwMode="auto">
          <a:xfrm>
            <a:off x="620185" y="922867"/>
            <a:ext cx="10968567" cy="82551"/>
          </a:xfrm>
          <a:custGeom>
            <a:avLst/>
            <a:gdLst>
              <a:gd name="T0" fmla="*/ 61574 w 8226259"/>
              <a:gd name="T1" fmla="*/ 0 h 61569"/>
              <a:gd name="T2" fmla="*/ 8227089 w 8226259"/>
              <a:gd name="T3" fmla="*/ 0 h 61569"/>
              <a:gd name="T4" fmla="*/ 8227089 w 8226259"/>
              <a:gd name="T5" fmla="*/ 3795 h 61569"/>
              <a:gd name="T6" fmla="*/ 8169205 w 8226259"/>
              <a:gd name="T7" fmla="*/ 63309 h 61569"/>
              <a:gd name="T8" fmla="*/ 0 w 8226259"/>
              <a:gd name="T9" fmla="*/ 63309 h 61569"/>
              <a:gd name="T10" fmla="*/ 61574 w 8226259"/>
              <a:gd name="T11" fmla="*/ 0 h 61569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8226259" h="61569">
                <a:moveTo>
                  <a:pt x="61569" y="0"/>
                </a:moveTo>
                <a:lnTo>
                  <a:pt x="8226259" y="0"/>
                </a:lnTo>
                <a:lnTo>
                  <a:pt x="8226259" y="3690"/>
                </a:lnTo>
                <a:lnTo>
                  <a:pt x="8168380" y="61569"/>
                </a:lnTo>
                <a:lnTo>
                  <a:pt x="0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FFCC33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GB" sz="2400"/>
          </a:p>
        </p:txBody>
      </p:sp>
      <p:sp>
        <p:nvSpPr>
          <p:cNvPr id="15" name="Parallelogram 6"/>
          <p:cNvSpPr>
            <a:spLocks noChangeArrowheads="1"/>
          </p:cNvSpPr>
          <p:nvPr/>
        </p:nvSpPr>
        <p:spPr bwMode="auto">
          <a:xfrm>
            <a:off x="1511301" y="1"/>
            <a:ext cx="1087967" cy="190500"/>
          </a:xfrm>
          <a:prstGeom prst="parallelogram">
            <a:avLst>
              <a:gd name="adj" fmla="val 98332"/>
            </a:avLst>
          </a:prstGeom>
          <a:solidFill>
            <a:srgbClr val="FFCC33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pPr algn="ctr"/>
            <a:endParaRPr lang="en-US" sz="2400"/>
          </a:p>
        </p:txBody>
      </p:sp>
      <p:sp>
        <p:nvSpPr>
          <p:cNvPr id="16" name="Parallelogram 12"/>
          <p:cNvSpPr>
            <a:spLocks noChangeArrowheads="1"/>
          </p:cNvSpPr>
          <p:nvPr/>
        </p:nvSpPr>
        <p:spPr bwMode="auto">
          <a:xfrm>
            <a:off x="563034" y="1"/>
            <a:ext cx="1087967" cy="190500"/>
          </a:xfrm>
          <a:prstGeom prst="parallelogram">
            <a:avLst>
              <a:gd name="adj" fmla="val 98332"/>
            </a:avLst>
          </a:prstGeom>
          <a:solidFill>
            <a:srgbClr val="D8CFC6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pPr algn="ctr"/>
            <a:endParaRPr lang="en-US" sz="2400"/>
          </a:p>
        </p:txBody>
      </p:sp>
      <p:pic>
        <p:nvPicPr>
          <p:cNvPr id="17" name="Picture 16" descr="AXIS_LOGO_RGB.png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12967" y="6314018"/>
            <a:ext cx="971551" cy="3492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" name="Rectangle 2"/>
          <p:cNvSpPr>
            <a:spLocks/>
          </p:cNvSpPr>
          <p:nvPr/>
        </p:nvSpPr>
        <p:spPr bwMode="auto">
          <a:xfrm>
            <a:off x="620185" y="922867"/>
            <a:ext cx="10968567" cy="82551"/>
          </a:xfrm>
          <a:custGeom>
            <a:avLst/>
            <a:gdLst>
              <a:gd name="T0" fmla="*/ 61574 w 8226259"/>
              <a:gd name="T1" fmla="*/ 0 h 61569"/>
              <a:gd name="T2" fmla="*/ 8227089 w 8226259"/>
              <a:gd name="T3" fmla="*/ 0 h 61569"/>
              <a:gd name="T4" fmla="*/ 8227089 w 8226259"/>
              <a:gd name="T5" fmla="*/ 3795 h 61569"/>
              <a:gd name="T6" fmla="*/ 8169205 w 8226259"/>
              <a:gd name="T7" fmla="*/ 63309 h 61569"/>
              <a:gd name="T8" fmla="*/ 0 w 8226259"/>
              <a:gd name="T9" fmla="*/ 63309 h 61569"/>
              <a:gd name="T10" fmla="*/ 61574 w 8226259"/>
              <a:gd name="T11" fmla="*/ 0 h 61569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8226259" h="61569">
                <a:moveTo>
                  <a:pt x="61569" y="0"/>
                </a:moveTo>
                <a:lnTo>
                  <a:pt x="8226259" y="0"/>
                </a:lnTo>
                <a:lnTo>
                  <a:pt x="8226259" y="3690"/>
                </a:lnTo>
                <a:lnTo>
                  <a:pt x="8168380" y="61569"/>
                </a:lnTo>
                <a:lnTo>
                  <a:pt x="0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FFCC33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GB" sz="2400"/>
          </a:p>
        </p:txBody>
      </p:sp>
      <p:sp>
        <p:nvSpPr>
          <p:cNvPr id="19" name="Parallelogram 6"/>
          <p:cNvSpPr>
            <a:spLocks noChangeArrowheads="1"/>
          </p:cNvSpPr>
          <p:nvPr/>
        </p:nvSpPr>
        <p:spPr bwMode="auto">
          <a:xfrm>
            <a:off x="1511301" y="1"/>
            <a:ext cx="1087967" cy="190500"/>
          </a:xfrm>
          <a:prstGeom prst="parallelogram">
            <a:avLst>
              <a:gd name="adj" fmla="val 98332"/>
            </a:avLst>
          </a:prstGeom>
          <a:solidFill>
            <a:srgbClr val="FFCC33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pPr algn="ctr"/>
            <a:endParaRPr lang="en-US" sz="2400"/>
          </a:p>
        </p:txBody>
      </p:sp>
      <p:sp>
        <p:nvSpPr>
          <p:cNvPr id="20" name="Parallelogram 12"/>
          <p:cNvSpPr>
            <a:spLocks noChangeArrowheads="1"/>
          </p:cNvSpPr>
          <p:nvPr/>
        </p:nvSpPr>
        <p:spPr bwMode="auto">
          <a:xfrm>
            <a:off x="563034" y="1"/>
            <a:ext cx="1087967" cy="190500"/>
          </a:xfrm>
          <a:prstGeom prst="parallelogram">
            <a:avLst>
              <a:gd name="adj" fmla="val 98332"/>
            </a:avLst>
          </a:prstGeom>
          <a:solidFill>
            <a:srgbClr val="D8CFC6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pPr algn="ctr"/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36355782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</p:sldLayoutIdLst>
  <p:transition spd="med">
    <p:wipe dir="r"/>
  </p:transition>
  <p:hf hdr="0" ftr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+mj-lt"/>
          <a:ea typeface="ＭＳ Ｐゴシック" charset="0"/>
          <a:cs typeface="ＭＳ Ｐゴシック" charset="0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Arial" charset="0"/>
          <a:ea typeface="ＭＳ Ｐゴシック" charset="0"/>
          <a:cs typeface="ＭＳ Ｐゴシック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Arial" charset="0"/>
          <a:ea typeface="ＭＳ Ｐゴシック" charset="0"/>
          <a:cs typeface="ＭＳ Ｐゴシック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Arial" charset="0"/>
          <a:ea typeface="ＭＳ Ｐゴシック" charset="0"/>
          <a:cs typeface="ＭＳ Ｐゴシック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Arial" charset="0"/>
          <a:ea typeface="ＭＳ Ｐゴシック" charset="0"/>
          <a:cs typeface="ＭＳ Ｐゴシック" charset="0"/>
        </a:defRPr>
      </a:lvl5pPr>
      <a:lvl6pPr marL="609585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Arial" charset="0"/>
        </a:defRPr>
      </a:lvl6pPr>
      <a:lvl7pPr marL="121917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Arial" charset="0"/>
        </a:defRPr>
      </a:lvl7pPr>
      <a:lvl8pPr marL="1828754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Arial" charset="0"/>
        </a:defRPr>
      </a:lvl8pPr>
      <a:lvl9pPr marL="2438339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Arial" charset="0"/>
        </a:defRPr>
      </a:lvl9pPr>
    </p:titleStyle>
    <p:bodyStyle>
      <a:lvl1pPr marL="359824" indent="-359824" algn="l" rtl="0" eaLnBrk="1" fontAlgn="base" hangingPunct="1">
        <a:spcBef>
          <a:spcPct val="60000"/>
        </a:spcBef>
        <a:spcAft>
          <a:spcPct val="0"/>
        </a:spcAft>
        <a:buClrTx/>
        <a:buFont typeface="Arial" panose="020B0604020202020204" pitchFamily="34" charset="0"/>
        <a:buChar char="&gt;"/>
        <a:defRPr sz="2400">
          <a:solidFill>
            <a:schemeClr val="tx1"/>
          </a:solidFill>
          <a:latin typeface="Arial"/>
          <a:ea typeface="ＭＳ Ｐゴシック" charset="0"/>
          <a:cs typeface="Arial"/>
        </a:defRPr>
      </a:lvl1pPr>
      <a:lvl2pPr marL="965176" indent="-266693" algn="l" rtl="0" eaLnBrk="1" fontAlgn="base" hangingPunct="1">
        <a:spcBef>
          <a:spcPct val="40000"/>
        </a:spcBef>
        <a:spcAft>
          <a:spcPct val="0"/>
        </a:spcAft>
        <a:buClrTx/>
        <a:buFont typeface="Arial" pitchFamily="34" charset="0"/>
        <a:buChar char="–"/>
        <a:defRPr sz="2133">
          <a:solidFill>
            <a:schemeClr val="tx1"/>
          </a:solidFill>
          <a:latin typeface="Arial"/>
          <a:ea typeface="ＭＳ Ｐゴシック" charset="0"/>
          <a:cs typeface="Arial"/>
        </a:defRPr>
      </a:lvl2pPr>
      <a:lvl3pPr marL="1612860" indent="-304792" algn="l" rtl="0" eaLnBrk="1" fontAlgn="base" hangingPunct="1">
        <a:spcBef>
          <a:spcPct val="20000"/>
        </a:spcBef>
        <a:spcAft>
          <a:spcPct val="0"/>
        </a:spcAft>
        <a:buClrTx/>
        <a:buChar char="–"/>
        <a:defRPr sz="2133">
          <a:solidFill>
            <a:schemeClr val="tx1"/>
          </a:solidFill>
          <a:latin typeface="Arial"/>
          <a:ea typeface="ＭＳ Ｐゴシック" charset="0"/>
          <a:cs typeface="Arial"/>
        </a:defRPr>
      </a:lvl3pPr>
      <a:lvl4pPr marL="2222444" indent="-304792" algn="l" rtl="0" eaLnBrk="1" fontAlgn="base" hangingPunct="1">
        <a:spcBef>
          <a:spcPct val="20000"/>
        </a:spcBef>
        <a:spcAft>
          <a:spcPct val="0"/>
        </a:spcAft>
        <a:buClrTx/>
        <a:buChar char="–"/>
        <a:defRPr sz="1867">
          <a:solidFill>
            <a:schemeClr val="tx1"/>
          </a:solidFill>
          <a:latin typeface="Arial"/>
          <a:ea typeface="ＭＳ Ｐゴシック" charset="0"/>
          <a:cs typeface="Arial"/>
        </a:defRPr>
      </a:lvl4pPr>
      <a:lvl5pPr marL="2781230" indent="-241294" algn="l" rtl="0" eaLnBrk="1" fontAlgn="base" hangingPunct="1">
        <a:spcBef>
          <a:spcPct val="20000"/>
        </a:spcBef>
        <a:spcAft>
          <a:spcPct val="0"/>
        </a:spcAft>
        <a:buClrTx/>
        <a:buChar char="»"/>
        <a:defRPr sz="1867">
          <a:solidFill>
            <a:schemeClr val="tx1"/>
          </a:solidFill>
          <a:latin typeface="Arial"/>
          <a:ea typeface="ＭＳ Ｐゴシック" charset="0"/>
          <a:cs typeface="Arial"/>
        </a:defRPr>
      </a:lvl5pPr>
      <a:lvl6pPr marL="3390815" indent="-241294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Char char="»"/>
        <a:defRPr sz="1867">
          <a:solidFill>
            <a:schemeClr val="tx1"/>
          </a:solidFill>
          <a:latin typeface="+mn-lt"/>
        </a:defRPr>
      </a:lvl6pPr>
      <a:lvl7pPr marL="4000400" indent="-241294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Char char="»"/>
        <a:defRPr sz="1867">
          <a:solidFill>
            <a:schemeClr val="tx1"/>
          </a:solidFill>
          <a:latin typeface="+mn-lt"/>
        </a:defRPr>
      </a:lvl7pPr>
      <a:lvl8pPr marL="4609985" indent="-241294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Char char="»"/>
        <a:defRPr sz="1867">
          <a:solidFill>
            <a:schemeClr val="tx1"/>
          </a:solidFill>
          <a:latin typeface="+mn-lt"/>
        </a:defRPr>
      </a:lvl8pPr>
      <a:lvl9pPr marL="5219570" indent="-241294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Char char="»"/>
        <a:defRPr sz="1867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hyperlink" Target="http://popquizkungen.se/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36EE3C-9268-4710-97FD-27306F2099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9799" y="1352735"/>
            <a:ext cx="9442676" cy="4152264"/>
          </a:xfrm>
        </p:spPr>
        <p:txBody>
          <a:bodyPr lIns="121920" tIns="60960" rIns="121920" bIns="60960" anchor="t">
            <a:normAutofit fontScale="90000"/>
          </a:bodyPr>
          <a:lstStyle/>
          <a:p>
            <a:r>
              <a:rPr lang="sv-SE" dirty="0" err="1">
                <a:ea typeface="ＭＳ Ｐゴシック"/>
              </a:rPr>
              <a:t>AoC</a:t>
            </a:r>
            <a:r>
              <a:rPr lang="sv-SE" dirty="0">
                <a:ea typeface="ＭＳ Ｐゴシック"/>
              </a:rPr>
              <a:t> Gold star event</a:t>
            </a:r>
            <a:br>
              <a:rPr lang="sv-SE" dirty="0"/>
            </a:br>
            <a:br>
              <a:rPr lang="sv-SE" dirty="0"/>
            </a:br>
            <a:r>
              <a:rPr lang="sv-SE" sz="3600" dirty="0"/>
              <a:t>Linköping</a:t>
            </a:r>
            <a:br>
              <a:rPr lang="sv-SE" dirty="0"/>
            </a:br>
            <a:br>
              <a:rPr lang="sv-SE" dirty="0"/>
            </a:br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9378033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5A1FD3-8A28-0233-BF5E-32062A124D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2175E61E-8160-7D6B-C134-9C3AB20D0CAE}"/>
              </a:ext>
            </a:extLst>
          </p:cNvPr>
          <p:cNvSpPr txBox="1">
            <a:spLocks/>
          </p:cNvSpPr>
          <p:nvPr/>
        </p:nvSpPr>
        <p:spPr>
          <a:xfrm>
            <a:off x="957606" y="5244352"/>
            <a:ext cx="5096735" cy="1492623"/>
          </a:xfrm>
          <a:prstGeom prst="rect">
            <a:avLst/>
          </a:prstGeom>
        </p:spPr>
        <p:txBody>
          <a:bodyPr lIns="121920" tIns="60960" rIns="121920" bIns="60960" anchor="t">
            <a:noAutofit/>
          </a:bodyPr>
          <a:lstStyle>
            <a:lvl1pPr algn="l" rtl="0" eaLnBrk="1" fontAlgn="base" hangingPunct="1">
              <a:lnSpc>
                <a:spcPts val="7706"/>
              </a:lnSpc>
              <a:spcBef>
                <a:spcPct val="30000"/>
              </a:spcBef>
              <a:spcAft>
                <a:spcPct val="30000"/>
              </a:spcAft>
              <a:defRPr sz="7200" b="1" spc="0">
                <a:solidFill>
                  <a:srgbClr val="FFCC33"/>
                </a:solidFill>
                <a:latin typeface="Arial"/>
                <a:ea typeface="ＭＳ Ｐゴシック" charset="0"/>
                <a:cs typeface="Arial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609585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6pPr>
            <a:lvl7pPr marL="121917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7pPr>
            <a:lvl8pPr marL="1828754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8pPr>
            <a:lvl9pPr marL="2438339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 marL="685800" indent="-685800">
              <a:lnSpc>
                <a:spcPct val="100000"/>
              </a:lnSpc>
              <a:buSzPct val="80000"/>
              <a:buFont typeface="Arial" panose="020B0604020202020204" pitchFamily="34" charset="0"/>
              <a:buChar char="•"/>
            </a:pPr>
            <a:r>
              <a:rPr lang="sv-SE" sz="5000" kern="0" dirty="0" err="1"/>
              <a:t>Prime</a:t>
            </a:r>
            <a:endParaRPr lang="sv-SE" sz="5000" kern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itle 1">
                <a:extLst>
                  <a:ext uri="{FF2B5EF4-FFF2-40B4-BE49-F238E27FC236}">
                    <a16:creationId xmlns:a16="http://schemas.microsoft.com/office/drawing/2014/main" id="{511C9C49-0CE3-B533-52AB-BF71176208E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57606" y="4457700"/>
                <a:ext cx="9496712" cy="1492623"/>
              </a:xfrm>
              <a:prstGeom prst="rect">
                <a:avLst/>
              </a:prstGeom>
            </p:spPr>
            <p:txBody>
              <a:bodyPr lIns="121920" tIns="60960" rIns="121920" bIns="60960" anchor="t">
                <a:noAutofit/>
              </a:bodyPr>
              <a:lstStyle>
                <a:lvl1pPr algn="l" rtl="0" eaLnBrk="1" fontAlgn="base" hangingPunct="1">
                  <a:lnSpc>
                    <a:spcPts val="7706"/>
                  </a:lnSpc>
                  <a:spcBef>
                    <a:spcPct val="30000"/>
                  </a:spcBef>
                  <a:spcAft>
                    <a:spcPct val="30000"/>
                  </a:spcAft>
                  <a:defRPr sz="7200" b="1" spc="0">
                    <a:solidFill>
                      <a:srgbClr val="FFCC33"/>
                    </a:solidFill>
                    <a:latin typeface="Arial"/>
                    <a:ea typeface="ＭＳ Ｐゴシック" charset="0"/>
                    <a:cs typeface="Arial"/>
                  </a:defRPr>
                </a:lvl1pPr>
                <a:lvl2pPr algn="l" rtl="0" eaLnBrk="1" fontAlgn="base" hangingPunct="1">
                  <a:spcBef>
                    <a:spcPct val="0"/>
                  </a:spcBef>
                  <a:spcAft>
                    <a:spcPct val="0"/>
                  </a:spcAft>
                  <a:defRPr sz="3200" b="1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2pPr>
                <a:lvl3pPr algn="l" rtl="0" eaLnBrk="1" fontAlgn="base" hangingPunct="1">
                  <a:spcBef>
                    <a:spcPct val="0"/>
                  </a:spcBef>
                  <a:spcAft>
                    <a:spcPct val="0"/>
                  </a:spcAft>
                  <a:defRPr sz="3200" b="1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3pPr>
                <a:lvl4pPr algn="l" rtl="0" eaLnBrk="1" fontAlgn="base" hangingPunct="1">
                  <a:spcBef>
                    <a:spcPct val="0"/>
                  </a:spcBef>
                  <a:spcAft>
                    <a:spcPct val="0"/>
                  </a:spcAft>
                  <a:defRPr sz="3200" b="1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4pPr>
                <a:lvl5pPr algn="l" rtl="0" eaLnBrk="1" fontAlgn="base" hangingPunct="1">
                  <a:spcBef>
                    <a:spcPct val="0"/>
                  </a:spcBef>
                  <a:spcAft>
                    <a:spcPct val="0"/>
                  </a:spcAft>
                  <a:defRPr sz="3200" b="1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5pPr>
                <a:lvl6pPr marL="609585" algn="l" rtl="0" eaLnBrk="1" fontAlgn="base" hangingPunct="1">
                  <a:spcBef>
                    <a:spcPct val="0"/>
                  </a:spcBef>
                  <a:spcAft>
                    <a:spcPct val="0"/>
                  </a:spcAft>
                  <a:defRPr sz="3200" b="1">
                    <a:solidFill>
                      <a:schemeClr val="tx1"/>
                    </a:solidFill>
                    <a:latin typeface="Arial" charset="0"/>
                  </a:defRPr>
                </a:lvl6pPr>
                <a:lvl7pPr marL="1219170" algn="l" rtl="0" eaLnBrk="1" fontAlgn="base" hangingPunct="1">
                  <a:spcBef>
                    <a:spcPct val="0"/>
                  </a:spcBef>
                  <a:spcAft>
                    <a:spcPct val="0"/>
                  </a:spcAft>
                  <a:defRPr sz="3200" b="1">
                    <a:solidFill>
                      <a:schemeClr val="tx1"/>
                    </a:solidFill>
                    <a:latin typeface="Arial" charset="0"/>
                  </a:defRPr>
                </a:lvl7pPr>
                <a:lvl8pPr marL="1828754" algn="l" rtl="0" eaLnBrk="1" fontAlgn="base" hangingPunct="1">
                  <a:spcBef>
                    <a:spcPct val="0"/>
                  </a:spcBef>
                  <a:spcAft>
                    <a:spcPct val="0"/>
                  </a:spcAft>
                  <a:defRPr sz="3200" b="1">
                    <a:solidFill>
                      <a:schemeClr val="tx1"/>
                    </a:solidFill>
                    <a:latin typeface="Arial" charset="0"/>
                  </a:defRPr>
                </a:lvl8pPr>
                <a:lvl9pPr marL="2438339" algn="l" rtl="0" eaLnBrk="1" fontAlgn="base" hangingPunct="1">
                  <a:spcBef>
                    <a:spcPct val="0"/>
                  </a:spcBef>
                  <a:spcAft>
                    <a:spcPct val="0"/>
                  </a:spcAft>
                  <a:defRPr sz="32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marL="685800" indent="-685800">
                  <a:lnSpc>
                    <a:spcPct val="100000"/>
                  </a:lnSpc>
                  <a:buSzPct val="80000"/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sv-SE" sz="5000" i="1" kern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sv-SE" sz="5000" b="1" i="1" kern="0" smtClean="0">
                            <a:latin typeface="Cambria Math" panose="02040503050406030204" pitchFamily="18" charset="0"/>
                          </a:rPr>
                          <m:t>𝟏𝟕</m:t>
                        </m:r>
                      </m:e>
                      <m:sup>
                        <m:r>
                          <a:rPr lang="sv-SE" sz="5000" b="1" i="1" kern="0" smtClean="0">
                            <a:latin typeface="Cambria Math" panose="02040503050406030204" pitchFamily="18" charset="0"/>
                          </a:rPr>
                          <m:t>𝒕𝒉</m:t>
                        </m:r>
                      </m:sup>
                    </m:sSup>
                    <m:r>
                      <a:rPr lang="sv-SE" sz="5000" i="1" ker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sv-SE" sz="5000" kern="0" dirty="0"/>
                  <a:t>in </a:t>
                </a:r>
                <a:r>
                  <a:rPr lang="sv-SE" sz="5000" kern="0" dirty="0" err="1"/>
                  <a:t>Fibonacci</a:t>
                </a:r>
                <a:r>
                  <a:rPr lang="sv-SE" sz="5000" kern="0" dirty="0"/>
                  <a:t> </a:t>
                </a:r>
                <a:r>
                  <a:rPr lang="sv-SE" sz="5000" kern="0" dirty="0" err="1"/>
                  <a:t>sequence</a:t>
                </a:r>
                <a:endParaRPr lang="sv-SE" sz="5000" kern="0" dirty="0"/>
              </a:p>
            </p:txBody>
          </p:sp>
        </mc:Choice>
        <mc:Fallback xmlns="">
          <p:sp>
            <p:nvSpPr>
              <p:cNvPr id="3" name="Title 1">
                <a:extLst>
                  <a:ext uri="{FF2B5EF4-FFF2-40B4-BE49-F238E27FC236}">
                    <a16:creationId xmlns:a16="http://schemas.microsoft.com/office/drawing/2014/main" id="{511C9C49-0CE3-B533-52AB-BF71176208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7606" y="4457700"/>
                <a:ext cx="9496712" cy="1492623"/>
              </a:xfrm>
              <a:prstGeom prst="rect">
                <a:avLst/>
              </a:prstGeom>
              <a:blipFill>
                <a:blip r:embed="rId2"/>
                <a:stretch>
                  <a:fillRect l="-1736" t="-6723"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itle 1">
            <a:extLst>
              <a:ext uri="{FF2B5EF4-FFF2-40B4-BE49-F238E27FC236}">
                <a16:creationId xmlns:a16="http://schemas.microsoft.com/office/drawing/2014/main" id="{7D70D1BA-437C-B97B-18A2-A93D0A6340F3}"/>
              </a:ext>
            </a:extLst>
          </p:cNvPr>
          <p:cNvSpPr txBox="1">
            <a:spLocks/>
          </p:cNvSpPr>
          <p:nvPr/>
        </p:nvSpPr>
        <p:spPr>
          <a:xfrm>
            <a:off x="2556635" y="2605721"/>
            <a:ext cx="8181387" cy="2598291"/>
          </a:xfrm>
          <a:prstGeom prst="rect">
            <a:avLst/>
          </a:prstGeom>
        </p:spPr>
        <p:txBody>
          <a:bodyPr lIns="121920" tIns="60960" rIns="121920" bIns="60960" anchor="t">
            <a:normAutofit/>
          </a:bodyPr>
          <a:lstStyle>
            <a:lvl1pPr algn="l" rtl="0" eaLnBrk="1" fontAlgn="base" hangingPunct="1">
              <a:lnSpc>
                <a:spcPts val="7706"/>
              </a:lnSpc>
              <a:spcBef>
                <a:spcPct val="30000"/>
              </a:spcBef>
              <a:spcAft>
                <a:spcPct val="30000"/>
              </a:spcAft>
              <a:defRPr sz="7200" b="1" spc="0">
                <a:solidFill>
                  <a:srgbClr val="FFCC33"/>
                </a:solidFill>
                <a:latin typeface="Arial"/>
                <a:ea typeface="ＭＳ Ｐゴシック" charset="0"/>
                <a:cs typeface="Arial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609585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6pPr>
            <a:lvl7pPr marL="121917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7pPr>
            <a:lvl8pPr marL="1828754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8pPr>
            <a:lvl9pPr marL="2438339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SE" sz="20000" kern="0" dirty="0"/>
              <a:t>1597</a:t>
            </a:r>
            <a:endParaRPr lang="sv-SE" sz="20000" kern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itle 1">
                <a:extLst>
                  <a:ext uri="{FF2B5EF4-FFF2-40B4-BE49-F238E27FC236}">
                    <a16:creationId xmlns:a16="http://schemas.microsoft.com/office/drawing/2014/main" id="{FBAADBAB-EFB0-9987-301B-3A40462236E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57606" y="3640909"/>
                <a:ext cx="10814667" cy="1492623"/>
              </a:xfrm>
              <a:prstGeom prst="rect">
                <a:avLst/>
              </a:prstGeom>
            </p:spPr>
            <p:txBody>
              <a:bodyPr lIns="121920" tIns="60960" rIns="121920" bIns="60960" anchor="t">
                <a:noAutofit/>
              </a:bodyPr>
              <a:lstStyle>
                <a:lvl1pPr algn="l" rtl="0" eaLnBrk="1" fontAlgn="base" hangingPunct="1">
                  <a:lnSpc>
                    <a:spcPts val="7706"/>
                  </a:lnSpc>
                  <a:spcBef>
                    <a:spcPct val="30000"/>
                  </a:spcBef>
                  <a:spcAft>
                    <a:spcPct val="30000"/>
                  </a:spcAft>
                  <a:defRPr sz="7200" b="1" spc="0">
                    <a:solidFill>
                      <a:srgbClr val="FFCC33"/>
                    </a:solidFill>
                    <a:latin typeface="Arial"/>
                    <a:ea typeface="ＭＳ Ｐゴシック" charset="0"/>
                    <a:cs typeface="Arial"/>
                  </a:defRPr>
                </a:lvl1pPr>
                <a:lvl2pPr algn="l" rtl="0" eaLnBrk="1" fontAlgn="base" hangingPunct="1">
                  <a:spcBef>
                    <a:spcPct val="0"/>
                  </a:spcBef>
                  <a:spcAft>
                    <a:spcPct val="0"/>
                  </a:spcAft>
                  <a:defRPr sz="3200" b="1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2pPr>
                <a:lvl3pPr algn="l" rtl="0" eaLnBrk="1" fontAlgn="base" hangingPunct="1">
                  <a:spcBef>
                    <a:spcPct val="0"/>
                  </a:spcBef>
                  <a:spcAft>
                    <a:spcPct val="0"/>
                  </a:spcAft>
                  <a:defRPr sz="3200" b="1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3pPr>
                <a:lvl4pPr algn="l" rtl="0" eaLnBrk="1" fontAlgn="base" hangingPunct="1">
                  <a:spcBef>
                    <a:spcPct val="0"/>
                  </a:spcBef>
                  <a:spcAft>
                    <a:spcPct val="0"/>
                  </a:spcAft>
                  <a:defRPr sz="3200" b="1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4pPr>
                <a:lvl5pPr algn="l" rtl="0" eaLnBrk="1" fontAlgn="base" hangingPunct="1">
                  <a:spcBef>
                    <a:spcPct val="0"/>
                  </a:spcBef>
                  <a:spcAft>
                    <a:spcPct val="0"/>
                  </a:spcAft>
                  <a:defRPr sz="3200" b="1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5pPr>
                <a:lvl6pPr marL="609585" algn="l" rtl="0" eaLnBrk="1" fontAlgn="base" hangingPunct="1">
                  <a:spcBef>
                    <a:spcPct val="0"/>
                  </a:spcBef>
                  <a:spcAft>
                    <a:spcPct val="0"/>
                  </a:spcAft>
                  <a:defRPr sz="3200" b="1">
                    <a:solidFill>
                      <a:schemeClr val="tx1"/>
                    </a:solidFill>
                    <a:latin typeface="Arial" charset="0"/>
                  </a:defRPr>
                </a:lvl6pPr>
                <a:lvl7pPr marL="1219170" algn="l" rtl="0" eaLnBrk="1" fontAlgn="base" hangingPunct="1">
                  <a:spcBef>
                    <a:spcPct val="0"/>
                  </a:spcBef>
                  <a:spcAft>
                    <a:spcPct val="0"/>
                  </a:spcAft>
                  <a:defRPr sz="3200" b="1">
                    <a:solidFill>
                      <a:schemeClr val="tx1"/>
                    </a:solidFill>
                    <a:latin typeface="Arial" charset="0"/>
                  </a:defRPr>
                </a:lvl7pPr>
                <a:lvl8pPr marL="1828754" algn="l" rtl="0" eaLnBrk="1" fontAlgn="base" hangingPunct="1">
                  <a:spcBef>
                    <a:spcPct val="0"/>
                  </a:spcBef>
                  <a:spcAft>
                    <a:spcPct val="0"/>
                  </a:spcAft>
                  <a:defRPr sz="3200" b="1">
                    <a:solidFill>
                      <a:schemeClr val="tx1"/>
                    </a:solidFill>
                    <a:latin typeface="Arial" charset="0"/>
                  </a:defRPr>
                </a:lvl8pPr>
                <a:lvl9pPr marL="2438339" algn="l" rtl="0" eaLnBrk="1" fontAlgn="base" hangingPunct="1">
                  <a:spcBef>
                    <a:spcPct val="0"/>
                  </a:spcBef>
                  <a:spcAft>
                    <a:spcPct val="0"/>
                  </a:spcAft>
                  <a:defRPr sz="32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marL="685800" indent="-685800">
                  <a:lnSpc>
                    <a:spcPct val="100000"/>
                  </a:lnSpc>
                  <a:buSzPct val="80000"/>
                  <a:buFont typeface="Arial" panose="020B0604020202020204" pitchFamily="34" charset="0"/>
                  <a:buChar char="•"/>
                </a:pPr>
                <a:r>
                  <a:rPr lang="sv-SE" sz="5000" kern="0" dirty="0"/>
                  <a:t>Sum </a:t>
                </a:r>
                <a:r>
                  <a:rPr lang="sv-SE" sz="5000" kern="0" dirty="0" err="1"/>
                  <a:t>of</a:t>
                </a:r>
                <a:r>
                  <a:rPr lang="sv-SE" sz="5000" kern="0" dirty="0"/>
                  <a:t> </a:t>
                </a:r>
                <a:r>
                  <a:rPr lang="sv-SE" sz="5000" kern="0" dirty="0" err="1"/>
                  <a:t>two</a:t>
                </a:r>
                <a:r>
                  <a:rPr lang="sv-SE" sz="5000" kern="0" dirty="0"/>
                  <a:t> </a:t>
                </a:r>
                <a:r>
                  <a:rPr lang="sv-SE" sz="5000" kern="0" dirty="0" err="1"/>
                  <a:t>squares</a:t>
                </a:r>
                <a:r>
                  <a:rPr lang="sv-SE" sz="5000" kern="0" dirty="0"/>
                  <a:t> 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sv-SE" sz="5000" i="1" kern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sv-SE" sz="5000" b="1" i="1" kern="0" smtClean="0">
                            <a:latin typeface="Cambria Math" panose="02040503050406030204" pitchFamily="18" charset="0"/>
                          </a:rPr>
                          <m:t>𝟐𝟏</m:t>
                        </m:r>
                      </m:e>
                      <m:sup>
                        <m:r>
                          <a:rPr lang="sv-SE" sz="5000" i="1" kern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sv-SE" sz="5000" i="1" kern="0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sv-SE" sz="5000" i="1" kern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sv-SE" sz="5000" b="1" i="1" kern="0" smtClean="0">
                            <a:latin typeface="Cambria Math" panose="02040503050406030204" pitchFamily="18" charset="0"/>
                          </a:rPr>
                          <m:t>𝟑𝟕</m:t>
                        </m:r>
                      </m:e>
                      <m:sup>
                        <m:r>
                          <a:rPr lang="sv-SE" sz="5000" i="1" kern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sv-SE" sz="5000" kern="0" dirty="0"/>
                  <a:t>)</a:t>
                </a:r>
              </a:p>
            </p:txBody>
          </p:sp>
        </mc:Choice>
        <mc:Fallback xmlns="">
          <p:sp>
            <p:nvSpPr>
              <p:cNvPr id="8" name="Title 1">
                <a:extLst>
                  <a:ext uri="{FF2B5EF4-FFF2-40B4-BE49-F238E27FC236}">
                    <a16:creationId xmlns:a16="http://schemas.microsoft.com/office/drawing/2014/main" id="{FBAADBAB-EFB0-9987-301B-3A40462236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7606" y="3640909"/>
                <a:ext cx="10814667" cy="1492623"/>
              </a:xfrm>
              <a:prstGeom prst="rect">
                <a:avLst/>
              </a:prstGeom>
              <a:blipFill>
                <a:blip r:embed="rId3"/>
                <a:stretch>
                  <a:fillRect l="-1526" t="-8403"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447813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3" grpId="0"/>
      <p:bldP spid="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FC5DC2-BEC9-E611-CC6E-478457C27A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425EBC-E9DD-4C48-5C1B-76298BB5C3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56635" y="2605721"/>
            <a:ext cx="8181387" cy="2598291"/>
          </a:xfrm>
        </p:spPr>
        <p:txBody>
          <a:bodyPr lIns="121920" tIns="60960" rIns="121920" bIns="60960" anchor="t">
            <a:normAutofit fontScale="90000"/>
          </a:bodyPr>
          <a:lstStyle/>
          <a:p>
            <a:r>
              <a:rPr lang="en-SE" sz="22200" dirty="0"/>
              <a:t>1597</a:t>
            </a:r>
            <a:br>
              <a:rPr lang="sv-SE" dirty="0"/>
            </a:br>
            <a:br>
              <a:rPr lang="sv-SE" dirty="0"/>
            </a:br>
            <a:endParaRPr lang="sv-SE" dirty="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713B14ED-A9E9-144C-CCB7-01D75134DAD9}"/>
              </a:ext>
            </a:extLst>
          </p:cNvPr>
          <p:cNvSpPr txBox="1">
            <a:spLocks/>
          </p:cNvSpPr>
          <p:nvPr/>
        </p:nvSpPr>
        <p:spPr>
          <a:xfrm>
            <a:off x="3156971" y="3516993"/>
            <a:ext cx="5096735" cy="1492623"/>
          </a:xfrm>
          <a:prstGeom prst="rect">
            <a:avLst/>
          </a:prstGeom>
        </p:spPr>
        <p:txBody>
          <a:bodyPr lIns="121920" tIns="60960" rIns="121920" bIns="60960" anchor="t">
            <a:noAutofit/>
          </a:bodyPr>
          <a:lstStyle>
            <a:lvl1pPr algn="l" rtl="0" eaLnBrk="1" fontAlgn="base" hangingPunct="1">
              <a:lnSpc>
                <a:spcPts val="7706"/>
              </a:lnSpc>
              <a:spcBef>
                <a:spcPct val="30000"/>
              </a:spcBef>
              <a:spcAft>
                <a:spcPct val="30000"/>
              </a:spcAft>
              <a:defRPr sz="7200" b="1" spc="0">
                <a:solidFill>
                  <a:srgbClr val="FFCC33"/>
                </a:solidFill>
                <a:latin typeface="Arial"/>
                <a:ea typeface="ＭＳ Ｐゴシック" charset="0"/>
                <a:cs typeface="Arial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609585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6pPr>
            <a:lvl7pPr marL="121917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7pPr>
            <a:lvl8pPr marL="1828754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8pPr>
            <a:lvl9pPr marL="2438339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sv-SE" sz="5000" kern="0" dirty="0"/>
              <a:t>stars </a:t>
            </a:r>
            <a:r>
              <a:rPr lang="sv-SE" sz="5000" kern="0" dirty="0" err="1"/>
              <a:t>collected</a:t>
            </a:r>
            <a:endParaRPr lang="sv-SE" sz="5000" kern="0" dirty="0"/>
          </a:p>
        </p:txBody>
      </p:sp>
    </p:spTree>
    <p:extLst>
      <p:ext uri="{BB962C8B-B14F-4D97-AF65-F5344CB8AC3E}">
        <p14:creationId xmlns:p14="http://schemas.microsoft.com/office/powerpoint/2010/main" val="6108026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9F982E-B9A4-DC03-114E-DBC71C55DB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A2A3C-786F-D643-9778-339B47E9B9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7495" y="413851"/>
            <a:ext cx="4052841" cy="1876333"/>
          </a:xfrm>
        </p:spPr>
        <p:txBody>
          <a:bodyPr lIns="121920" tIns="60960" rIns="121920" bIns="60960" anchor="t">
            <a:normAutofit fontScale="90000"/>
          </a:bodyPr>
          <a:lstStyle/>
          <a:p>
            <a:r>
              <a:rPr lang="en-SE" sz="5300" dirty="0">
                <a:solidFill>
                  <a:srgbClr val="FFCC33">
                    <a:alpha val="46971"/>
                  </a:srgbClr>
                </a:solidFill>
              </a:rPr>
              <a:t>1597</a:t>
            </a:r>
            <a:br>
              <a:rPr lang="en-SE" dirty="0"/>
            </a:br>
            <a:br>
              <a:rPr lang="sv-SE" dirty="0"/>
            </a:br>
            <a:br>
              <a:rPr lang="sv-SE" dirty="0"/>
            </a:br>
            <a:endParaRPr lang="sv-SE" dirty="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E82BBB2E-5F84-C71E-A298-CFC85CBB6DC4}"/>
              </a:ext>
            </a:extLst>
          </p:cNvPr>
          <p:cNvSpPr txBox="1">
            <a:spLocks/>
          </p:cNvSpPr>
          <p:nvPr/>
        </p:nvSpPr>
        <p:spPr>
          <a:xfrm>
            <a:off x="2235997" y="413851"/>
            <a:ext cx="5096735" cy="1492623"/>
          </a:xfrm>
          <a:prstGeom prst="rect">
            <a:avLst/>
          </a:prstGeom>
        </p:spPr>
        <p:txBody>
          <a:bodyPr lIns="121920" tIns="60960" rIns="121920" bIns="60960" anchor="t">
            <a:noAutofit/>
          </a:bodyPr>
          <a:lstStyle>
            <a:lvl1pPr algn="l" rtl="0" eaLnBrk="1" fontAlgn="base" hangingPunct="1">
              <a:lnSpc>
                <a:spcPts val="7706"/>
              </a:lnSpc>
              <a:spcBef>
                <a:spcPct val="30000"/>
              </a:spcBef>
              <a:spcAft>
                <a:spcPct val="30000"/>
              </a:spcAft>
              <a:defRPr sz="7200" b="1" spc="0">
                <a:solidFill>
                  <a:srgbClr val="FFCC33"/>
                </a:solidFill>
                <a:latin typeface="Arial"/>
                <a:ea typeface="ＭＳ Ｐゴシック" charset="0"/>
                <a:cs typeface="Arial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609585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6pPr>
            <a:lvl7pPr marL="121917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7pPr>
            <a:lvl8pPr marL="1828754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8pPr>
            <a:lvl9pPr marL="2438339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sv-SE" sz="4800" kern="0" dirty="0">
                <a:solidFill>
                  <a:srgbClr val="FFCC33">
                    <a:alpha val="49697"/>
                  </a:srgbClr>
                </a:solidFill>
              </a:rPr>
              <a:t>stars</a:t>
            </a:r>
            <a:r>
              <a:rPr lang="sv-SE" sz="4800" kern="0" dirty="0"/>
              <a:t> </a:t>
            </a:r>
            <a:r>
              <a:rPr lang="sv-SE" sz="4800" kern="0" dirty="0" err="1">
                <a:solidFill>
                  <a:srgbClr val="FFCC33">
                    <a:alpha val="50550"/>
                  </a:srgbClr>
                </a:solidFill>
              </a:rPr>
              <a:t>collected</a:t>
            </a:r>
            <a:endParaRPr lang="sv-SE" sz="4800" kern="0" dirty="0">
              <a:solidFill>
                <a:srgbClr val="FFCC33">
                  <a:alpha val="5055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5400292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FAB152-18BE-B185-408F-4CFA4154F5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0C6387-3875-86B2-5684-1BC9B5A43D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7495" y="413851"/>
            <a:ext cx="4052841" cy="1876333"/>
          </a:xfrm>
        </p:spPr>
        <p:txBody>
          <a:bodyPr lIns="121920" tIns="60960" rIns="121920" bIns="60960" anchor="t">
            <a:normAutofit fontScale="90000"/>
          </a:bodyPr>
          <a:lstStyle/>
          <a:p>
            <a:r>
              <a:rPr lang="en-SE" sz="5300" dirty="0">
                <a:solidFill>
                  <a:srgbClr val="FFCC33">
                    <a:alpha val="46971"/>
                  </a:srgbClr>
                </a:solidFill>
              </a:rPr>
              <a:t>1597</a:t>
            </a:r>
            <a:br>
              <a:rPr lang="en-SE" dirty="0"/>
            </a:br>
            <a:br>
              <a:rPr lang="sv-SE" dirty="0"/>
            </a:br>
            <a:br>
              <a:rPr lang="sv-SE" dirty="0"/>
            </a:br>
            <a:endParaRPr lang="sv-SE" dirty="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2197A094-8F6C-666A-00A3-E42F18218DBF}"/>
              </a:ext>
            </a:extLst>
          </p:cNvPr>
          <p:cNvSpPr txBox="1">
            <a:spLocks/>
          </p:cNvSpPr>
          <p:nvPr/>
        </p:nvSpPr>
        <p:spPr>
          <a:xfrm>
            <a:off x="2235997" y="413851"/>
            <a:ext cx="5096735" cy="1492623"/>
          </a:xfrm>
          <a:prstGeom prst="rect">
            <a:avLst/>
          </a:prstGeom>
        </p:spPr>
        <p:txBody>
          <a:bodyPr lIns="121920" tIns="60960" rIns="121920" bIns="60960" anchor="t">
            <a:noAutofit/>
          </a:bodyPr>
          <a:lstStyle>
            <a:lvl1pPr algn="l" rtl="0" eaLnBrk="1" fontAlgn="base" hangingPunct="1">
              <a:lnSpc>
                <a:spcPts val="7706"/>
              </a:lnSpc>
              <a:spcBef>
                <a:spcPct val="30000"/>
              </a:spcBef>
              <a:spcAft>
                <a:spcPct val="30000"/>
              </a:spcAft>
              <a:defRPr sz="7200" b="1" spc="0">
                <a:solidFill>
                  <a:srgbClr val="FFCC33"/>
                </a:solidFill>
                <a:latin typeface="Arial"/>
                <a:ea typeface="ＭＳ Ｐゴシック" charset="0"/>
                <a:cs typeface="Arial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609585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6pPr>
            <a:lvl7pPr marL="121917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7pPr>
            <a:lvl8pPr marL="1828754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8pPr>
            <a:lvl9pPr marL="2438339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sv-SE" sz="4800" kern="0" dirty="0">
                <a:solidFill>
                  <a:srgbClr val="FFCC33">
                    <a:alpha val="49697"/>
                  </a:srgbClr>
                </a:solidFill>
              </a:rPr>
              <a:t>stars</a:t>
            </a:r>
            <a:r>
              <a:rPr lang="sv-SE" sz="4800" kern="0" dirty="0"/>
              <a:t> </a:t>
            </a:r>
            <a:r>
              <a:rPr lang="sv-SE" sz="4800" kern="0" dirty="0" err="1">
                <a:solidFill>
                  <a:srgbClr val="FFCC33">
                    <a:alpha val="50550"/>
                  </a:srgbClr>
                </a:solidFill>
              </a:rPr>
              <a:t>collected</a:t>
            </a:r>
            <a:endParaRPr lang="sv-SE" sz="4800" kern="0" dirty="0">
              <a:solidFill>
                <a:srgbClr val="FFCC33">
                  <a:alpha val="50550"/>
                </a:srgbClr>
              </a:solidFill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01F1BE39-3E48-BFBB-7797-DA62C03D0291}"/>
              </a:ext>
            </a:extLst>
          </p:cNvPr>
          <p:cNvSpPr txBox="1">
            <a:spLocks/>
          </p:cNvSpPr>
          <p:nvPr/>
        </p:nvSpPr>
        <p:spPr>
          <a:xfrm>
            <a:off x="3807212" y="3103260"/>
            <a:ext cx="8181387" cy="2598291"/>
          </a:xfrm>
          <a:prstGeom prst="rect">
            <a:avLst/>
          </a:prstGeom>
        </p:spPr>
        <p:txBody>
          <a:bodyPr lIns="121920" tIns="60960" rIns="121920" bIns="60960" anchor="t">
            <a:normAutofit fontScale="25000" lnSpcReduction="20000"/>
          </a:bodyPr>
          <a:lstStyle>
            <a:lvl1pPr algn="l" rtl="0" eaLnBrk="1" fontAlgn="base" hangingPunct="1">
              <a:lnSpc>
                <a:spcPts val="7706"/>
              </a:lnSpc>
              <a:spcBef>
                <a:spcPct val="30000"/>
              </a:spcBef>
              <a:spcAft>
                <a:spcPct val="30000"/>
              </a:spcAft>
              <a:defRPr sz="7200" b="1" spc="0">
                <a:solidFill>
                  <a:srgbClr val="FFCC33"/>
                </a:solidFill>
                <a:latin typeface="Arial"/>
                <a:ea typeface="ＭＳ Ｐゴシック" charset="0"/>
                <a:cs typeface="Arial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609585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6pPr>
            <a:lvl7pPr marL="121917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7pPr>
            <a:lvl8pPr marL="1828754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8pPr>
            <a:lvl9pPr marL="2438339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SE" sz="80000" kern="0" dirty="0"/>
              <a:t>41</a:t>
            </a:r>
            <a:br>
              <a:rPr lang="en-SE" kern="0" dirty="0"/>
            </a:br>
            <a:br>
              <a:rPr lang="sv-SE" kern="0" dirty="0"/>
            </a:br>
            <a:br>
              <a:rPr lang="sv-SE" kern="0" dirty="0"/>
            </a:br>
            <a:endParaRPr lang="sv-SE" kern="0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1A769071-87D8-F020-C533-539C1A6C265E}"/>
              </a:ext>
            </a:extLst>
          </p:cNvPr>
          <p:cNvSpPr txBox="1">
            <a:spLocks/>
          </p:cNvSpPr>
          <p:nvPr/>
        </p:nvSpPr>
        <p:spPr>
          <a:xfrm>
            <a:off x="2780454" y="3947297"/>
            <a:ext cx="5919794" cy="1492623"/>
          </a:xfrm>
          <a:prstGeom prst="rect">
            <a:avLst/>
          </a:prstGeom>
        </p:spPr>
        <p:txBody>
          <a:bodyPr lIns="121920" tIns="60960" rIns="121920" bIns="60960" anchor="t">
            <a:noAutofit/>
          </a:bodyPr>
          <a:lstStyle>
            <a:lvl1pPr algn="l" rtl="0" eaLnBrk="1" fontAlgn="base" hangingPunct="1">
              <a:lnSpc>
                <a:spcPts val="7706"/>
              </a:lnSpc>
              <a:spcBef>
                <a:spcPct val="30000"/>
              </a:spcBef>
              <a:spcAft>
                <a:spcPct val="30000"/>
              </a:spcAft>
              <a:defRPr sz="7200" b="1" spc="0">
                <a:solidFill>
                  <a:srgbClr val="FFCC33"/>
                </a:solidFill>
                <a:latin typeface="Arial"/>
                <a:ea typeface="ＭＳ Ｐゴシック" charset="0"/>
                <a:cs typeface="Arial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609585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6pPr>
            <a:lvl7pPr marL="121917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7pPr>
            <a:lvl8pPr marL="1828754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8pPr>
            <a:lvl9pPr marL="2438339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/>
            <a:r>
              <a:rPr lang="sv-SE" sz="5000" kern="0" dirty="0"/>
              <a:t>at Gold star event</a:t>
            </a:r>
          </a:p>
        </p:txBody>
      </p:sp>
    </p:spTree>
    <p:extLst>
      <p:ext uri="{BB962C8B-B14F-4D97-AF65-F5344CB8AC3E}">
        <p14:creationId xmlns:p14="http://schemas.microsoft.com/office/powerpoint/2010/main" val="29400807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3C16B6-E2E8-1490-FD0D-0AD4C1715F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B2AEB2-35FC-2932-D304-59760C6825A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7495" y="413851"/>
            <a:ext cx="4052841" cy="1876333"/>
          </a:xfrm>
        </p:spPr>
        <p:txBody>
          <a:bodyPr lIns="121920" tIns="60960" rIns="121920" bIns="60960" anchor="t">
            <a:normAutofit fontScale="90000"/>
          </a:bodyPr>
          <a:lstStyle/>
          <a:p>
            <a:r>
              <a:rPr lang="en-SE" sz="5300" dirty="0">
                <a:solidFill>
                  <a:srgbClr val="FFCC33">
                    <a:alpha val="46971"/>
                  </a:srgbClr>
                </a:solidFill>
              </a:rPr>
              <a:t>1597</a:t>
            </a:r>
            <a:br>
              <a:rPr lang="en-SE" dirty="0"/>
            </a:br>
            <a:br>
              <a:rPr lang="sv-SE" dirty="0"/>
            </a:br>
            <a:br>
              <a:rPr lang="sv-SE" dirty="0"/>
            </a:br>
            <a:endParaRPr lang="sv-SE" dirty="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BC017574-6C97-7CCE-64BC-F351CEFEC523}"/>
              </a:ext>
            </a:extLst>
          </p:cNvPr>
          <p:cNvSpPr txBox="1">
            <a:spLocks/>
          </p:cNvSpPr>
          <p:nvPr/>
        </p:nvSpPr>
        <p:spPr>
          <a:xfrm>
            <a:off x="2235997" y="413851"/>
            <a:ext cx="5096735" cy="1492623"/>
          </a:xfrm>
          <a:prstGeom prst="rect">
            <a:avLst/>
          </a:prstGeom>
        </p:spPr>
        <p:txBody>
          <a:bodyPr lIns="121920" tIns="60960" rIns="121920" bIns="60960" anchor="t">
            <a:noAutofit/>
          </a:bodyPr>
          <a:lstStyle>
            <a:lvl1pPr algn="l" rtl="0" eaLnBrk="1" fontAlgn="base" hangingPunct="1">
              <a:lnSpc>
                <a:spcPts val="7706"/>
              </a:lnSpc>
              <a:spcBef>
                <a:spcPct val="30000"/>
              </a:spcBef>
              <a:spcAft>
                <a:spcPct val="30000"/>
              </a:spcAft>
              <a:defRPr sz="7200" b="1" spc="0">
                <a:solidFill>
                  <a:srgbClr val="FFCC33"/>
                </a:solidFill>
                <a:latin typeface="Arial"/>
                <a:ea typeface="ＭＳ Ｐゴシック" charset="0"/>
                <a:cs typeface="Arial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609585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6pPr>
            <a:lvl7pPr marL="121917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7pPr>
            <a:lvl8pPr marL="1828754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8pPr>
            <a:lvl9pPr marL="2438339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sv-SE" sz="4800" kern="0" dirty="0">
                <a:solidFill>
                  <a:srgbClr val="FFCC33">
                    <a:alpha val="49697"/>
                  </a:srgbClr>
                </a:solidFill>
              </a:rPr>
              <a:t>stars</a:t>
            </a:r>
            <a:r>
              <a:rPr lang="sv-SE" sz="4800" kern="0" dirty="0"/>
              <a:t> </a:t>
            </a:r>
            <a:r>
              <a:rPr lang="sv-SE" sz="4800" kern="0" dirty="0" err="1">
                <a:solidFill>
                  <a:srgbClr val="FFCC33">
                    <a:alpha val="50550"/>
                  </a:srgbClr>
                </a:solidFill>
              </a:rPr>
              <a:t>collected</a:t>
            </a:r>
            <a:endParaRPr lang="sv-SE" sz="4800" kern="0" dirty="0">
              <a:solidFill>
                <a:srgbClr val="FFCC33">
                  <a:alpha val="50550"/>
                </a:srgbClr>
              </a:solidFill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91734604-FF9F-B6B1-7DA3-E82AA6E1FC08}"/>
              </a:ext>
            </a:extLst>
          </p:cNvPr>
          <p:cNvSpPr txBox="1">
            <a:spLocks/>
          </p:cNvSpPr>
          <p:nvPr/>
        </p:nvSpPr>
        <p:spPr>
          <a:xfrm>
            <a:off x="402319" y="1036896"/>
            <a:ext cx="4052841" cy="1876333"/>
          </a:xfrm>
          <a:prstGeom prst="rect">
            <a:avLst/>
          </a:prstGeom>
        </p:spPr>
        <p:txBody>
          <a:bodyPr lIns="121920" tIns="60960" rIns="121920" bIns="60960" anchor="t">
            <a:normAutofit/>
          </a:bodyPr>
          <a:lstStyle>
            <a:lvl1pPr algn="l" rtl="0" eaLnBrk="1" fontAlgn="base" hangingPunct="1">
              <a:lnSpc>
                <a:spcPts val="7706"/>
              </a:lnSpc>
              <a:spcBef>
                <a:spcPct val="30000"/>
              </a:spcBef>
              <a:spcAft>
                <a:spcPct val="30000"/>
              </a:spcAft>
              <a:defRPr sz="7200" b="1" spc="0">
                <a:solidFill>
                  <a:srgbClr val="FFCC33"/>
                </a:solidFill>
                <a:latin typeface="Arial"/>
                <a:ea typeface="ＭＳ Ｐゴシック" charset="0"/>
                <a:cs typeface="Arial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609585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6pPr>
            <a:lvl7pPr marL="121917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7pPr>
            <a:lvl8pPr marL="1828754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8pPr>
            <a:lvl9pPr marL="2438339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SE" sz="4800" kern="0" dirty="0">
                <a:solidFill>
                  <a:srgbClr val="FFCC33">
                    <a:alpha val="46971"/>
                  </a:srgbClr>
                </a:solidFill>
              </a:rPr>
              <a:t>41</a:t>
            </a:r>
            <a:endParaRPr lang="sv-SE" sz="4800" kern="0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69E1FE2F-DB9C-E6A7-5383-A3A6B9992D2C}"/>
              </a:ext>
            </a:extLst>
          </p:cNvPr>
          <p:cNvSpPr txBox="1">
            <a:spLocks/>
          </p:cNvSpPr>
          <p:nvPr/>
        </p:nvSpPr>
        <p:spPr>
          <a:xfrm>
            <a:off x="1568127" y="1036896"/>
            <a:ext cx="6648026" cy="1492623"/>
          </a:xfrm>
          <a:prstGeom prst="rect">
            <a:avLst/>
          </a:prstGeom>
        </p:spPr>
        <p:txBody>
          <a:bodyPr lIns="121920" tIns="60960" rIns="121920" bIns="60960" anchor="t">
            <a:noAutofit/>
          </a:bodyPr>
          <a:lstStyle>
            <a:lvl1pPr algn="l" rtl="0" eaLnBrk="1" fontAlgn="base" hangingPunct="1">
              <a:lnSpc>
                <a:spcPts val="7706"/>
              </a:lnSpc>
              <a:spcBef>
                <a:spcPct val="30000"/>
              </a:spcBef>
              <a:spcAft>
                <a:spcPct val="30000"/>
              </a:spcAft>
              <a:defRPr sz="7200" b="1" spc="0">
                <a:solidFill>
                  <a:srgbClr val="FFCC33"/>
                </a:solidFill>
                <a:latin typeface="Arial"/>
                <a:ea typeface="ＭＳ Ｐゴシック" charset="0"/>
                <a:cs typeface="Arial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609585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6pPr>
            <a:lvl7pPr marL="121917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7pPr>
            <a:lvl8pPr marL="1828754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8pPr>
            <a:lvl9pPr marL="2438339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sv-SE" sz="4800" kern="0" dirty="0">
                <a:solidFill>
                  <a:srgbClr val="FFCC33">
                    <a:alpha val="49697"/>
                  </a:srgbClr>
                </a:solidFill>
              </a:rPr>
              <a:t>at Gold star event</a:t>
            </a:r>
            <a:endParaRPr lang="sv-SE" sz="4800" kern="0" dirty="0">
              <a:solidFill>
                <a:srgbClr val="FFCC33">
                  <a:alpha val="5055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6859485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375101-1F9D-DC73-D1BF-0B7C6F3074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78365F-C460-6DE7-A6EE-76D3483E73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7495" y="413851"/>
            <a:ext cx="4052841" cy="1876333"/>
          </a:xfrm>
        </p:spPr>
        <p:txBody>
          <a:bodyPr lIns="121920" tIns="60960" rIns="121920" bIns="60960" anchor="t">
            <a:normAutofit fontScale="90000"/>
          </a:bodyPr>
          <a:lstStyle/>
          <a:p>
            <a:r>
              <a:rPr lang="en-SE" sz="5300" dirty="0">
                <a:solidFill>
                  <a:srgbClr val="FFCC33">
                    <a:alpha val="46971"/>
                  </a:srgbClr>
                </a:solidFill>
              </a:rPr>
              <a:t>1597</a:t>
            </a:r>
            <a:br>
              <a:rPr lang="en-SE" dirty="0"/>
            </a:br>
            <a:br>
              <a:rPr lang="sv-SE" dirty="0"/>
            </a:br>
            <a:br>
              <a:rPr lang="sv-SE" dirty="0"/>
            </a:br>
            <a:endParaRPr lang="sv-SE" dirty="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E931E4AE-1B43-17DB-97CD-46E6B0D04D25}"/>
              </a:ext>
            </a:extLst>
          </p:cNvPr>
          <p:cNvSpPr txBox="1">
            <a:spLocks/>
          </p:cNvSpPr>
          <p:nvPr/>
        </p:nvSpPr>
        <p:spPr>
          <a:xfrm>
            <a:off x="2235997" y="413851"/>
            <a:ext cx="5096735" cy="1492623"/>
          </a:xfrm>
          <a:prstGeom prst="rect">
            <a:avLst/>
          </a:prstGeom>
        </p:spPr>
        <p:txBody>
          <a:bodyPr lIns="121920" tIns="60960" rIns="121920" bIns="60960" anchor="t">
            <a:noAutofit/>
          </a:bodyPr>
          <a:lstStyle>
            <a:lvl1pPr algn="l" rtl="0" eaLnBrk="1" fontAlgn="base" hangingPunct="1">
              <a:lnSpc>
                <a:spcPts val="7706"/>
              </a:lnSpc>
              <a:spcBef>
                <a:spcPct val="30000"/>
              </a:spcBef>
              <a:spcAft>
                <a:spcPct val="30000"/>
              </a:spcAft>
              <a:defRPr sz="7200" b="1" spc="0">
                <a:solidFill>
                  <a:srgbClr val="FFCC33"/>
                </a:solidFill>
                <a:latin typeface="Arial"/>
                <a:ea typeface="ＭＳ Ｐゴシック" charset="0"/>
                <a:cs typeface="Arial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609585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6pPr>
            <a:lvl7pPr marL="121917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7pPr>
            <a:lvl8pPr marL="1828754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8pPr>
            <a:lvl9pPr marL="2438339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sv-SE" sz="4800" kern="0" dirty="0">
                <a:solidFill>
                  <a:srgbClr val="FFCC33">
                    <a:alpha val="49697"/>
                  </a:srgbClr>
                </a:solidFill>
              </a:rPr>
              <a:t>stars</a:t>
            </a:r>
            <a:r>
              <a:rPr lang="sv-SE" sz="4800" kern="0" dirty="0"/>
              <a:t> </a:t>
            </a:r>
            <a:r>
              <a:rPr lang="sv-SE" sz="4800" kern="0" dirty="0" err="1">
                <a:solidFill>
                  <a:srgbClr val="FFCC33">
                    <a:alpha val="50550"/>
                  </a:srgbClr>
                </a:solidFill>
              </a:rPr>
              <a:t>collected</a:t>
            </a:r>
            <a:endParaRPr lang="sv-SE" sz="4800" kern="0" dirty="0">
              <a:solidFill>
                <a:srgbClr val="FFCC33">
                  <a:alpha val="50550"/>
                </a:srgbClr>
              </a:solidFill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B87B7E5E-1ADC-E959-96A7-4F7265CCFE90}"/>
              </a:ext>
            </a:extLst>
          </p:cNvPr>
          <p:cNvSpPr txBox="1">
            <a:spLocks/>
          </p:cNvSpPr>
          <p:nvPr/>
        </p:nvSpPr>
        <p:spPr>
          <a:xfrm>
            <a:off x="402319" y="1036896"/>
            <a:ext cx="4052841" cy="1876333"/>
          </a:xfrm>
          <a:prstGeom prst="rect">
            <a:avLst/>
          </a:prstGeom>
        </p:spPr>
        <p:txBody>
          <a:bodyPr lIns="121920" tIns="60960" rIns="121920" bIns="60960" anchor="t">
            <a:normAutofit/>
          </a:bodyPr>
          <a:lstStyle>
            <a:lvl1pPr algn="l" rtl="0" eaLnBrk="1" fontAlgn="base" hangingPunct="1">
              <a:lnSpc>
                <a:spcPts val="7706"/>
              </a:lnSpc>
              <a:spcBef>
                <a:spcPct val="30000"/>
              </a:spcBef>
              <a:spcAft>
                <a:spcPct val="30000"/>
              </a:spcAft>
              <a:defRPr sz="7200" b="1" spc="0">
                <a:solidFill>
                  <a:srgbClr val="FFCC33"/>
                </a:solidFill>
                <a:latin typeface="Arial"/>
                <a:ea typeface="ＭＳ Ｐゴシック" charset="0"/>
                <a:cs typeface="Arial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609585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6pPr>
            <a:lvl7pPr marL="121917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7pPr>
            <a:lvl8pPr marL="1828754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8pPr>
            <a:lvl9pPr marL="2438339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SE" sz="4800" kern="0" dirty="0">
                <a:solidFill>
                  <a:srgbClr val="FFCC33">
                    <a:alpha val="46971"/>
                  </a:srgbClr>
                </a:solidFill>
              </a:rPr>
              <a:t>41</a:t>
            </a:r>
            <a:endParaRPr lang="sv-SE" sz="4800" kern="0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B21DCC5-BB8C-0B32-722F-16849EC20A6A}"/>
              </a:ext>
            </a:extLst>
          </p:cNvPr>
          <p:cNvSpPr txBox="1">
            <a:spLocks/>
          </p:cNvSpPr>
          <p:nvPr/>
        </p:nvSpPr>
        <p:spPr>
          <a:xfrm>
            <a:off x="1568127" y="1036896"/>
            <a:ext cx="6648026" cy="1492623"/>
          </a:xfrm>
          <a:prstGeom prst="rect">
            <a:avLst/>
          </a:prstGeom>
        </p:spPr>
        <p:txBody>
          <a:bodyPr lIns="121920" tIns="60960" rIns="121920" bIns="60960" anchor="t">
            <a:noAutofit/>
          </a:bodyPr>
          <a:lstStyle>
            <a:lvl1pPr algn="l" rtl="0" eaLnBrk="1" fontAlgn="base" hangingPunct="1">
              <a:lnSpc>
                <a:spcPts val="7706"/>
              </a:lnSpc>
              <a:spcBef>
                <a:spcPct val="30000"/>
              </a:spcBef>
              <a:spcAft>
                <a:spcPct val="30000"/>
              </a:spcAft>
              <a:defRPr sz="7200" b="1" spc="0">
                <a:solidFill>
                  <a:srgbClr val="FFCC33"/>
                </a:solidFill>
                <a:latin typeface="Arial"/>
                <a:ea typeface="ＭＳ Ｐゴシック" charset="0"/>
                <a:cs typeface="Arial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609585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6pPr>
            <a:lvl7pPr marL="121917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7pPr>
            <a:lvl8pPr marL="1828754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8pPr>
            <a:lvl9pPr marL="2438339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sv-SE" sz="4800" kern="0" dirty="0">
                <a:solidFill>
                  <a:srgbClr val="FFCC33">
                    <a:alpha val="49697"/>
                  </a:srgbClr>
                </a:solidFill>
              </a:rPr>
              <a:t>at Gold star event</a:t>
            </a:r>
            <a:endParaRPr lang="sv-SE" sz="4800" kern="0" dirty="0">
              <a:solidFill>
                <a:srgbClr val="FFCC33">
                  <a:alpha val="50550"/>
                </a:srgbClr>
              </a:solidFill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04AA30BF-850E-A7DE-A261-BE4CD7163670}"/>
              </a:ext>
            </a:extLst>
          </p:cNvPr>
          <p:cNvSpPr txBox="1">
            <a:spLocks/>
          </p:cNvSpPr>
          <p:nvPr/>
        </p:nvSpPr>
        <p:spPr>
          <a:xfrm>
            <a:off x="3538270" y="3944772"/>
            <a:ext cx="8181387" cy="2598291"/>
          </a:xfrm>
          <a:prstGeom prst="rect">
            <a:avLst/>
          </a:prstGeom>
        </p:spPr>
        <p:txBody>
          <a:bodyPr lIns="121920" tIns="60960" rIns="121920" bIns="60960" anchor="t">
            <a:normAutofit/>
          </a:bodyPr>
          <a:lstStyle>
            <a:lvl1pPr algn="l" rtl="0" eaLnBrk="1" fontAlgn="base" hangingPunct="1">
              <a:lnSpc>
                <a:spcPts val="7706"/>
              </a:lnSpc>
              <a:spcBef>
                <a:spcPct val="30000"/>
              </a:spcBef>
              <a:spcAft>
                <a:spcPct val="30000"/>
              </a:spcAft>
              <a:defRPr sz="7200" b="1" spc="0">
                <a:solidFill>
                  <a:srgbClr val="FFCC33"/>
                </a:solidFill>
                <a:latin typeface="Arial"/>
                <a:ea typeface="ＭＳ Ｐゴシック" charset="0"/>
                <a:cs typeface="Arial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609585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6pPr>
            <a:lvl7pPr marL="121917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7pPr>
            <a:lvl8pPr marL="1828754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8pPr>
            <a:lvl9pPr marL="2438339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SE" sz="22200" kern="0" dirty="0"/>
              <a:t>24</a:t>
            </a:r>
            <a:br>
              <a:rPr lang="en-SE" kern="0" dirty="0"/>
            </a:br>
            <a:endParaRPr lang="sv-SE" kern="0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64802266-5A31-639E-293B-971D43B56592}"/>
              </a:ext>
            </a:extLst>
          </p:cNvPr>
          <p:cNvSpPr txBox="1">
            <a:spLocks/>
          </p:cNvSpPr>
          <p:nvPr/>
        </p:nvSpPr>
        <p:spPr>
          <a:xfrm>
            <a:off x="3130077" y="4848246"/>
            <a:ext cx="5096735" cy="1492623"/>
          </a:xfrm>
          <a:prstGeom prst="rect">
            <a:avLst/>
          </a:prstGeom>
        </p:spPr>
        <p:txBody>
          <a:bodyPr lIns="121920" tIns="60960" rIns="121920" bIns="60960" anchor="t">
            <a:noAutofit/>
          </a:bodyPr>
          <a:lstStyle>
            <a:lvl1pPr algn="l" rtl="0" eaLnBrk="1" fontAlgn="base" hangingPunct="1">
              <a:lnSpc>
                <a:spcPts val="7706"/>
              </a:lnSpc>
              <a:spcBef>
                <a:spcPct val="30000"/>
              </a:spcBef>
              <a:spcAft>
                <a:spcPct val="30000"/>
              </a:spcAft>
              <a:defRPr sz="7200" b="1" spc="0">
                <a:solidFill>
                  <a:srgbClr val="FFCC33"/>
                </a:solidFill>
                <a:latin typeface="Arial"/>
                <a:ea typeface="ＭＳ Ｐゴシック" charset="0"/>
                <a:cs typeface="Arial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609585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6pPr>
            <a:lvl7pPr marL="121917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7pPr>
            <a:lvl8pPr marL="1828754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8pPr>
            <a:lvl9pPr marL="2438339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sv-SE" sz="5000" kern="0" dirty="0"/>
              <a:t>T-shirts </a:t>
            </a:r>
            <a:r>
              <a:rPr lang="sv-SE" sz="5000" kern="0" dirty="0" err="1"/>
              <a:t>earned</a:t>
            </a:r>
            <a:endParaRPr lang="sv-SE" sz="5000" kern="0" dirty="0"/>
          </a:p>
        </p:txBody>
      </p:sp>
    </p:spTree>
    <p:extLst>
      <p:ext uri="{BB962C8B-B14F-4D97-AF65-F5344CB8AC3E}">
        <p14:creationId xmlns:p14="http://schemas.microsoft.com/office/powerpoint/2010/main" val="38390555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D2160C-17C6-1F13-417A-FAA4F7BACF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FA6A90-563F-CD91-049F-CF69BB5F26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7495" y="413851"/>
            <a:ext cx="4052841" cy="1876333"/>
          </a:xfrm>
        </p:spPr>
        <p:txBody>
          <a:bodyPr lIns="121920" tIns="60960" rIns="121920" bIns="60960" anchor="t">
            <a:normAutofit fontScale="90000"/>
          </a:bodyPr>
          <a:lstStyle/>
          <a:p>
            <a:r>
              <a:rPr lang="en-SE" sz="5300" dirty="0">
                <a:solidFill>
                  <a:srgbClr val="FFCC33">
                    <a:alpha val="46971"/>
                  </a:srgbClr>
                </a:solidFill>
              </a:rPr>
              <a:t>1597</a:t>
            </a:r>
            <a:br>
              <a:rPr lang="en-SE" dirty="0"/>
            </a:br>
            <a:br>
              <a:rPr lang="sv-SE" dirty="0"/>
            </a:br>
            <a:br>
              <a:rPr lang="sv-SE" dirty="0"/>
            </a:br>
            <a:endParaRPr lang="sv-SE" dirty="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04E0FC90-0019-05C6-8D07-A3C74EF4D1E8}"/>
              </a:ext>
            </a:extLst>
          </p:cNvPr>
          <p:cNvSpPr txBox="1">
            <a:spLocks/>
          </p:cNvSpPr>
          <p:nvPr/>
        </p:nvSpPr>
        <p:spPr>
          <a:xfrm>
            <a:off x="2235997" y="413851"/>
            <a:ext cx="5096735" cy="1492623"/>
          </a:xfrm>
          <a:prstGeom prst="rect">
            <a:avLst/>
          </a:prstGeom>
        </p:spPr>
        <p:txBody>
          <a:bodyPr lIns="121920" tIns="60960" rIns="121920" bIns="60960" anchor="t">
            <a:noAutofit/>
          </a:bodyPr>
          <a:lstStyle>
            <a:lvl1pPr algn="l" rtl="0" eaLnBrk="1" fontAlgn="base" hangingPunct="1">
              <a:lnSpc>
                <a:spcPts val="7706"/>
              </a:lnSpc>
              <a:spcBef>
                <a:spcPct val="30000"/>
              </a:spcBef>
              <a:spcAft>
                <a:spcPct val="30000"/>
              </a:spcAft>
              <a:defRPr sz="7200" b="1" spc="0">
                <a:solidFill>
                  <a:srgbClr val="FFCC33"/>
                </a:solidFill>
                <a:latin typeface="Arial"/>
                <a:ea typeface="ＭＳ Ｐゴシック" charset="0"/>
                <a:cs typeface="Arial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609585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6pPr>
            <a:lvl7pPr marL="121917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7pPr>
            <a:lvl8pPr marL="1828754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8pPr>
            <a:lvl9pPr marL="2438339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sv-SE" sz="4800" kern="0" dirty="0">
                <a:solidFill>
                  <a:srgbClr val="FFCC33">
                    <a:alpha val="49697"/>
                  </a:srgbClr>
                </a:solidFill>
              </a:rPr>
              <a:t>stars</a:t>
            </a:r>
            <a:r>
              <a:rPr lang="sv-SE" sz="4800" kern="0" dirty="0"/>
              <a:t> </a:t>
            </a:r>
            <a:r>
              <a:rPr lang="sv-SE" sz="4800" kern="0" dirty="0" err="1">
                <a:solidFill>
                  <a:srgbClr val="FFCC33">
                    <a:alpha val="50550"/>
                  </a:srgbClr>
                </a:solidFill>
              </a:rPr>
              <a:t>collected</a:t>
            </a:r>
            <a:endParaRPr lang="sv-SE" sz="4800" kern="0" dirty="0">
              <a:solidFill>
                <a:srgbClr val="FFCC33">
                  <a:alpha val="50550"/>
                </a:srgbClr>
              </a:solidFill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67F70EEC-F304-EE21-2788-9C79650349D4}"/>
              </a:ext>
            </a:extLst>
          </p:cNvPr>
          <p:cNvSpPr txBox="1">
            <a:spLocks/>
          </p:cNvSpPr>
          <p:nvPr/>
        </p:nvSpPr>
        <p:spPr>
          <a:xfrm>
            <a:off x="402319" y="1036896"/>
            <a:ext cx="4052841" cy="1876333"/>
          </a:xfrm>
          <a:prstGeom prst="rect">
            <a:avLst/>
          </a:prstGeom>
        </p:spPr>
        <p:txBody>
          <a:bodyPr lIns="121920" tIns="60960" rIns="121920" bIns="60960" anchor="t">
            <a:normAutofit/>
          </a:bodyPr>
          <a:lstStyle>
            <a:lvl1pPr algn="l" rtl="0" eaLnBrk="1" fontAlgn="base" hangingPunct="1">
              <a:lnSpc>
                <a:spcPts val="7706"/>
              </a:lnSpc>
              <a:spcBef>
                <a:spcPct val="30000"/>
              </a:spcBef>
              <a:spcAft>
                <a:spcPct val="30000"/>
              </a:spcAft>
              <a:defRPr sz="7200" b="1" spc="0">
                <a:solidFill>
                  <a:srgbClr val="FFCC33"/>
                </a:solidFill>
                <a:latin typeface="Arial"/>
                <a:ea typeface="ＭＳ Ｐゴシック" charset="0"/>
                <a:cs typeface="Arial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609585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6pPr>
            <a:lvl7pPr marL="121917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7pPr>
            <a:lvl8pPr marL="1828754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8pPr>
            <a:lvl9pPr marL="2438339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SE" sz="4800" kern="0" dirty="0">
                <a:solidFill>
                  <a:srgbClr val="FFCC33">
                    <a:alpha val="46971"/>
                  </a:srgbClr>
                </a:solidFill>
              </a:rPr>
              <a:t>41</a:t>
            </a:r>
            <a:endParaRPr lang="sv-SE" sz="4800" kern="0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4BBA56B1-7693-A587-0D66-28F4EDB85F8E}"/>
              </a:ext>
            </a:extLst>
          </p:cNvPr>
          <p:cNvSpPr txBox="1">
            <a:spLocks/>
          </p:cNvSpPr>
          <p:nvPr/>
        </p:nvSpPr>
        <p:spPr>
          <a:xfrm>
            <a:off x="1568127" y="1036896"/>
            <a:ext cx="6648026" cy="1492623"/>
          </a:xfrm>
          <a:prstGeom prst="rect">
            <a:avLst/>
          </a:prstGeom>
        </p:spPr>
        <p:txBody>
          <a:bodyPr lIns="121920" tIns="60960" rIns="121920" bIns="60960" anchor="t">
            <a:noAutofit/>
          </a:bodyPr>
          <a:lstStyle>
            <a:lvl1pPr algn="l" rtl="0" eaLnBrk="1" fontAlgn="base" hangingPunct="1">
              <a:lnSpc>
                <a:spcPts val="7706"/>
              </a:lnSpc>
              <a:spcBef>
                <a:spcPct val="30000"/>
              </a:spcBef>
              <a:spcAft>
                <a:spcPct val="30000"/>
              </a:spcAft>
              <a:defRPr sz="7200" b="1" spc="0">
                <a:solidFill>
                  <a:srgbClr val="FFCC33"/>
                </a:solidFill>
                <a:latin typeface="Arial"/>
                <a:ea typeface="ＭＳ Ｐゴシック" charset="0"/>
                <a:cs typeface="Arial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609585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6pPr>
            <a:lvl7pPr marL="121917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7pPr>
            <a:lvl8pPr marL="1828754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8pPr>
            <a:lvl9pPr marL="2438339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sv-SE" sz="4800" kern="0" dirty="0">
                <a:solidFill>
                  <a:srgbClr val="FFCC33">
                    <a:alpha val="49697"/>
                  </a:srgbClr>
                </a:solidFill>
              </a:rPr>
              <a:t>at Gold star event</a:t>
            </a:r>
            <a:endParaRPr lang="sv-SE" sz="4800" kern="0" dirty="0">
              <a:solidFill>
                <a:srgbClr val="FFCC33">
                  <a:alpha val="50550"/>
                </a:srgbClr>
              </a:solidFill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483A7202-8992-A421-A4B8-2A63E3D81EF5}"/>
              </a:ext>
            </a:extLst>
          </p:cNvPr>
          <p:cNvSpPr txBox="1">
            <a:spLocks/>
          </p:cNvSpPr>
          <p:nvPr/>
        </p:nvSpPr>
        <p:spPr>
          <a:xfrm>
            <a:off x="1568127" y="1663540"/>
            <a:ext cx="6648026" cy="1492623"/>
          </a:xfrm>
          <a:prstGeom prst="rect">
            <a:avLst/>
          </a:prstGeom>
        </p:spPr>
        <p:txBody>
          <a:bodyPr lIns="121920" tIns="60960" rIns="121920" bIns="60960" anchor="t">
            <a:noAutofit/>
          </a:bodyPr>
          <a:lstStyle>
            <a:lvl1pPr algn="l" rtl="0" eaLnBrk="1" fontAlgn="base" hangingPunct="1">
              <a:lnSpc>
                <a:spcPts val="7706"/>
              </a:lnSpc>
              <a:spcBef>
                <a:spcPct val="30000"/>
              </a:spcBef>
              <a:spcAft>
                <a:spcPct val="30000"/>
              </a:spcAft>
              <a:defRPr sz="7200" b="1" spc="0">
                <a:solidFill>
                  <a:srgbClr val="FFCC33"/>
                </a:solidFill>
                <a:latin typeface="Arial"/>
                <a:ea typeface="ＭＳ Ｐゴシック" charset="0"/>
                <a:cs typeface="Arial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609585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6pPr>
            <a:lvl7pPr marL="121917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7pPr>
            <a:lvl8pPr marL="1828754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8pPr>
            <a:lvl9pPr marL="2438339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sv-SE" sz="4800" kern="0" dirty="0">
                <a:solidFill>
                  <a:srgbClr val="FFCC33">
                    <a:alpha val="49697"/>
                  </a:srgbClr>
                </a:solidFill>
              </a:rPr>
              <a:t>T-shirts </a:t>
            </a:r>
            <a:r>
              <a:rPr lang="sv-SE" sz="4800" kern="0" dirty="0" err="1">
                <a:solidFill>
                  <a:srgbClr val="FFCC33">
                    <a:alpha val="49697"/>
                  </a:srgbClr>
                </a:solidFill>
              </a:rPr>
              <a:t>earned</a:t>
            </a:r>
            <a:endParaRPr lang="sv-SE" sz="4800" kern="0" dirty="0">
              <a:solidFill>
                <a:srgbClr val="FFCC33">
                  <a:alpha val="50550"/>
                </a:srgbClr>
              </a:solidFill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F54E7242-F38B-DF3F-3EF6-EC2AA02D1C25}"/>
              </a:ext>
            </a:extLst>
          </p:cNvPr>
          <p:cNvSpPr txBox="1">
            <a:spLocks/>
          </p:cNvSpPr>
          <p:nvPr/>
        </p:nvSpPr>
        <p:spPr>
          <a:xfrm>
            <a:off x="402319" y="1665901"/>
            <a:ext cx="4052841" cy="1876333"/>
          </a:xfrm>
          <a:prstGeom prst="rect">
            <a:avLst/>
          </a:prstGeom>
        </p:spPr>
        <p:txBody>
          <a:bodyPr lIns="121920" tIns="60960" rIns="121920" bIns="60960" anchor="t">
            <a:normAutofit/>
          </a:bodyPr>
          <a:lstStyle>
            <a:lvl1pPr algn="l" rtl="0" eaLnBrk="1" fontAlgn="base" hangingPunct="1">
              <a:lnSpc>
                <a:spcPts val="7706"/>
              </a:lnSpc>
              <a:spcBef>
                <a:spcPct val="30000"/>
              </a:spcBef>
              <a:spcAft>
                <a:spcPct val="30000"/>
              </a:spcAft>
              <a:defRPr sz="7200" b="1" spc="0">
                <a:solidFill>
                  <a:srgbClr val="FFCC33"/>
                </a:solidFill>
                <a:latin typeface="Arial"/>
                <a:ea typeface="ＭＳ Ｐゴシック" charset="0"/>
                <a:cs typeface="Arial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609585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6pPr>
            <a:lvl7pPr marL="121917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7pPr>
            <a:lvl8pPr marL="1828754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8pPr>
            <a:lvl9pPr marL="2438339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SE" sz="4800" kern="0" dirty="0">
                <a:solidFill>
                  <a:srgbClr val="FFCC33">
                    <a:alpha val="46971"/>
                  </a:srgbClr>
                </a:solidFill>
              </a:rPr>
              <a:t>24</a:t>
            </a:r>
            <a:endParaRPr lang="sv-SE" sz="4800" kern="0" dirty="0"/>
          </a:p>
        </p:txBody>
      </p:sp>
    </p:spTree>
    <p:extLst>
      <p:ext uri="{BB962C8B-B14F-4D97-AF65-F5344CB8AC3E}">
        <p14:creationId xmlns:p14="http://schemas.microsoft.com/office/powerpoint/2010/main" val="327180157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212E91-EEB7-7914-55F2-C685346DF6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897DCB-454D-45B7-EA0B-7AD3FE0785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7495" y="413851"/>
            <a:ext cx="4052841" cy="1876333"/>
          </a:xfrm>
        </p:spPr>
        <p:txBody>
          <a:bodyPr lIns="121920" tIns="60960" rIns="121920" bIns="60960" anchor="t">
            <a:normAutofit fontScale="90000"/>
          </a:bodyPr>
          <a:lstStyle/>
          <a:p>
            <a:r>
              <a:rPr lang="en-SE" sz="5300" dirty="0">
                <a:solidFill>
                  <a:srgbClr val="FFCC33">
                    <a:alpha val="46971"/>
                  </a:srgbClr>
                </a:solidFill>
              </a:rPr>
              <a:t>1597</a:t>
            </a:r>
            <a:br>
              <a:rPr lang="en-SE" dirty="0"/>
            </a:br>
            <a:br>
              <a:rPr lang="sv-SE" dirty="0"/>
            </a:br>
            <a:br>
              <a:rPr lang="sv-SE" dirty="0"/>
            </a:br>
            <a:endParaRPr lang="sv-SE" dirty="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DEA52CE1-B6D8-D442-F593-44FFB5C57D1F}"/>
              </a:ext>
            </a:extLst>
          </p:cNvPr>
          <p:cNvSpPr txBox="1">
            <a:spLocks/>
          </p:cNvSpPr>
          <p:nvPr/>
        </p:nvSpPr>
        <p:spPr>
          <a:xfrm>
            <a:off x="2235997" y="413851"/>
            <a:ext cx="5096735" cy="1492623"/>
          </a:xfrm>
          <a:prstGeom prst="rect">
            <a:avLst/>
          </a:prstGeom>
        </p:spPr>
        <p:txBody>
          <a:bodyPr lIns="121920" tIns="60960" rIns="121920" bIns="60960" anchor="t">
            <a:noAutofit/>
          </a:bodyPr>
          <a:lstStyle>
            <a:lvl1pPr algn="l" rtl="0" eaLnBrk="1" fontAlgn="base" hangingPunct="1">
              <a:lnSpc>
                <a:spcPts val="7706"/>
              </a:lnSpc>
              <a:spcBef>
                <a:spcPct val="30000"/>
              </a:spcBef>
              <a:spcAft>
                <a:spcPct val="30000"/>
              </a:spcAft>
              <a:defRPr sz="7200" b="1" spc="0">
                <a:solidFill>
                  <a:srgbClr val="FFCC33"/>
                </a:solidFill>
                <a:latin typeface="Arial"/>
                <a:ea typeface="ＭＳ Ｐゴシック" charset="0"/>
                <a:cs typeface="Arial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609585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6pPr>
            <a:lvl7pPr marL="121917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7pPr>
            <a:lvl8pPr marL="1828754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8pPr>
            <a:lvl9pPr marL="2438339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sv-SE" sz="4800" kern="0" dirty="0">
                <a:solidFill>
                  <a:srgbClr val="FFCC33">
                    <a:alpha val="49697"/>
                  </a:srgbClr>
                </a:solidFill>
              </a:rPr>
              <a:t>stars</a:t>
            </a:r>
            <a:r>
              <a:rPr lang="sv-SE" sz="4800" kern="0" dirty="0"/>
              <a:t> </a:t>
            </a:r>
            <a:r>
              <a:rPr lang="sv-SE" sz="4800" kern="0" dirty="0" err="1">
                <a:solidFill>
                  <a:srgbClr val="FFCC33">
                    <a:alpha val="50550"/>
                  </a:srgbClr>
                </a:solidFill>
              </a:rPr>
              <a:t>collected</a:t>
            </a:r>
            <a:endParaRPr lang="sv-SE" sz="4800" kern="0" dirty="0">
              <a:solidFill>
                <a:srgbClr val="FFCC33">
                  <a:alpha val="50550"/>
                </a:srgbClr>
              </a:solidFill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814B0F21-54F4-0440-3339-1609305F3F71}"/>
              </a:ext>
            </a:extLst>
          </p:cNvPr>
          <p:cNvSpPr txBox="1">
            <a:spLocks/>
          </p:cNvSpPr>
          <p:nvPr/>
        </p:nvSpPr>
        <p:spPr>
          <a:xfrm>
            <a:off x="402319" y="1036896"/>
            <a:ext cx="4052841" cy="1876333"/>
          </a:xfrm>
          <a:prstGeom prst="rect">
            <a:avLst/>
          </a:prstGeom>
        </p:spPr>
        <p:txBody>
          <a:bodyPr lIns="121920" tIns="60960" rIns="121920" bIns="60960" anchor="t">
            <a:normAutofit/>
          </a:bodyPr>
          <a:lstStyle>
            <a:lvl1pPr algn="l" rtl="0" eaLnBrk="1" fontAlgn="base" hangingPunct="1">
              <a:lnSpc>
                <a:spcPts val="7706"/>
              </a:lnSpc>
              <a:spcBef>
                <a:spcPct val="30000"/>
              </a:spcBef>
              <a:spcAft>
                <a:spcPct val="30000"/>
              </a:spcAft>
              <a:defRPr sz="7200" b="1" spc="0">
                <a:solidFill>
                  <a:srgbClr val="FFCC33"/>
                </a:solidFill>
                <a:latin typeface="Arial"/>
                <a:ea typeface="ＭＳ Ｐゴシック" charset="0"/>
                <a:cs typeface="Arial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609585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6pPr>
            <a:lvl7pPr marL="121917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7pPr>
            <a:lvl8pPr marL="1828754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8pPr>
            <a:lvl9pPr marL="2438339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SE" sz="4800" kern="0" dirty="0">
                <a:solidFill>
                  <a:srgbClr val="FFCC33">
                    <a:alpha val="46971"/>
                  </a:srgbClr>
                </a:solidFill>
              </a:rPr>
              <a:t>41</a:t>
            </a:r>
            <a:endParaRPr lang="sv-SE" sz="4800" kern="0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91E26578-ED40-D9D3-BEF1-DEDB7BDBF057}"/>
              </a:ext>
            </a:extLst>
          </p:cNvPr>
          <p:cNvSpPr txBox="1">
            <a:spLocks/>
          </p:cNvSpPr>
          <p:nvPr/>
        </p:nvSpPr>
        <p:spPr>
          <a:xfrm>
            <a:off x="1568127" y="1036896"/>
            <a:ext cx="6648026" cy="1492623"/>
          </a:xfrm>
          <a:prstGeom prst="rect">
            <a:avLst/>
          </a:prstGeom>
        </p:spPr>
        <p:txBody>
          <a:bodyPr lIns="121920" tIns="60960" rIns="121920" bIns="60960" anchor="t">
            <a:noAutofit/>
          </a:bodyPr>
          <a:lstStyle>
            <a:lvl1pPr algn="l" rtl="0" eaLnBrk="1" fontAlgn="base" hangingPunct="1">
              <a:lnSpc>
                <a:spcPts val="7706"/>
              </a:lnSpc>
              <a:spcBef>
                <a:spcPct val="30000"/>
              </a:spcBef>
              <a:spcAft>
                <a:spcPct val="30000"/>
              </a:spcAft>
              <a:defRPr sz="7200" b="1" spc="0">
                <a:solidFill>
                  <a:srgbClr val="FFCC33"/>
                </a:solidFill>
                <a:latin typeface="Arial"/>
                <a:ea typeface="ＭＳ Ｐゴシック" charset="0"/>
                <a:cs typeface="Arial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609585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6pPr>
            <a:lvl7pPr marL="121917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7pPr>
            <a:lvl8pPr marL="1828754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8pPr>
            <a:lvl9pPr marL="2438339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sv-SE" sz="4800" kern="0" dirty="0">
                <a:solidFill>
                  <a:srgbClr val="FFCC33">
                    <a:alpha val="49697"/>
                  </a:srgbClr>
                </a:solidFill>
              </a:rPr>
              <a:t>at Gold star event</a:t>
            </a:r>
            <a:endParaRPr lang="sv-SE" sz="4800" kern="0" dirty="0">
              <a:solidFill>
                <a:srgbClr val="FFCC33">
                  <a:alpha val="50550"/>
                </a:srgbClr>
              </a:solidFill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6BF7DFCF-D892-7A6C-53DD-CFAC08CD701E}"/>
              </a:ext>
            </a:extLst>
          </p:cNvPr>
          <p:cNvSpPr txBox="1">
            <a:spLocks/>
          </p:cNvSpPr>
          <p:nvPr/>
        </p:nvSpPr>
        <p:spPr>
          <a:xfrm>
            <a:off x="1568127" y="1663540"/>
            <a:ext cx="6648026" cy="1492623"/>
          </a:xfrm>
          <a:prstGeom prst="rect">
            <a:avLst/>
          </a:prstGeom>
        </p:spPr>
        <p:txBody>
          <a:bodyPr lIns="121920" tIns="60960" rIns="121920" bIns="60960" anchor="t">
            <a:noAutofit/>
          </a:bodyPr>
          <a:lstStyle>
            <a:lvl1pPr algn="l" rtl="0" eaLnBrk="1" fontAlgn="base" hangingPunct="1">
              <a:lnSpc>
                <a:spcPts val="7706"/>
              </a:lnSpc>
              <a:spcBef>
                <a:spcPct val="30000"/>
              </a:spcBef>
              <a:spcAft>
                <a:spcPct val="30000"/>
              </a:spcAft>
              <a:defRPr sz="7200" b="1" spc="0">
                <a:solidFill>
                  <a:srgbClr val="FFCC33"/>
                </a:solidFill>
                <a:latin typeface="Arial"/>
                <a:ea typeface="ＭＳ Ｐゴシック" charset="0"/>
                <a:cs typeface="Arial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609585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6pPr>
            <a:lvl7pPr marL="121917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7pPr>
            <a:lvl8pPr marL="1828754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8pPr>
            <a:lvl9pPr marL="2438339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sv-SE" sz="4800" kern="0" dirty="0">
                <a:solidFill>
                  <a:srgbClr val="FFCC33">
                    <a:alpha val="49697"/>
                  </a:srgbClr>
                </a:solidFill>
              </a:rPr>
              <a:t>T-shirts </a:t>
            </a:r>
            <a:r>
              <a:rPr lang="sv-SE" sz="4800" kern="0" dirty="0" err="1">
                <a:solidFill>
                  <a:srgbClr val="FFCC33">
                    <a:alpha val="49697"/>
                  </a:srgbClr>
                </a:solidFill>
              </a:rPr>
              <a:t>earned</a:t>
            </a:r>
            <a:endParaRPr lang="sv-SE" sz="4800" kern="0" dirty="0">
              <a:solidFill>
                <a:srgbClr val="FFCC33">
                  <a:alpha val="50550"/>
                </a:srgbClr>
              </a:solidFill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15F4CBBF-B5D7-7429-364C-2689AB5D75BB}"/>
              </a:ext>
            </a:extLst>
          </p:cNvPr>
          <p:cNvSpPr txBox="1">
            <a:spLocks/>
          </p:cNvSpPr>
          <p:nvPr/>
        </p:nvSpPr>
        <p:spPr>
          <a:xfrm>
            <a:off x="402319" y="1665901"/>
            <a:ext cx="4052841" cy="1876333"/>
          </a:xfrm>
          <a:prstGeom prst="rect">
            <a:avLst/>
          </a:prstGeom>
        </p:spPr>
        <p:txBody>
          <a:bodyPr lIns="121920" tIns="60960" rIns="121920" bIns="60960" anchor="t">
            <a:normAutofit/>
          </a:bodyPr>
          <a:lstStyle>
            <a:lvl1pPr algn="l" rtl="0" eaLnBrk="1" fontAlgn="base" hangingPunct="1">
              <a:lnSpc>
                <a:spcPts val="7706"/>
              </a:lnSpc>
              <a:spcBef>
                <a:spcPct val="30000"/>
              </a:spcBef>
              <a:spcAft>
                <a:spcPct val="30000"/>
              </a:spcAft>
              <a:defRPr sz="7200" b="1" spc="0">
                <a:solidFill>
                  <a:srgbClr val="FFCC33"/>
                </a:solidFill>
                <a:latin typeface="Arial"/>
                <a:ea typeface="ＭＳ Ｐゴシック" charset="0"/>
                <a:cs typeface="Arial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609585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6pPr>
            <a:lvl7pPr marL="121917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7pPr>
            <a:lvl8pPr marL="1828754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8pPr>
            <a:lvl9pPr marL="2438339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SE" sz="4800" kern="0" dirty="0">
                <a:solidFill>
                  <a:srgbClr val="FFCC33">
                    <a:alpha val="46971"/>
                  </a:srgbClr>
                </a:solidFill>
              </a:rPr>
              <a:t>24</a:t>
            </a:r>
            <a:endParaRPr lang="sv-SE" sz="4800" kern="0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76EC6E26-955B-54BD-B925-ED379955C1D1}"/>
              </a:ext>
            </a:extLst>
          </p:cNvPr>
          <p:cNvSpPr txBox="1">
            <a:spLocks/>
          </p:cNvSpPr>
          <p:nvPr/>
        </p:nvSpPr>
        <p:spPr>
          <a:xfrm>
            <a:off x="3686188" y="3794721"/>
            <a:ext cx="8181387" cy="2598291"/>
          </a:xfrm>
          <a:prstGeom prst="rect">
            <a:avLst/>
          </a:prstGeom>
        </p:spPr>
        <p:txBody>
          <a:bodyPr lIns="121920" tIns="60960" rIns="121920" bIns="60960" anchor="t">
            <a:normAutofit/>
          </a:bodyPr>
          <a:lstStyle>
            <a:lvl1pPr algn="l" rtl="0" eaLnBrk="1" fontAlgn="base" hangingPunct="1">
              <a:lnSpc>
                <a:spcPts val="7706"/>
              </a:lnSpc>
              <a:spcBef>
                <a:spcPct val="30000"/>
              </a:spcBef>
              <a:spcAft>
                <a:spcPct val="30000"/>
              </a:spcAft>
              <a:defRPr sz="7200" b="1" spc="0">
                <a:solidFill>
                  <a:srgbClr val="FFCC33"/>
                </a:solidFill>
                <a:latin typeface="Arial"/>
                <a:ea typeface="ＭＳ Ｐゴシック" charset="0"/>
                <a:cs typeface="Arial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609585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6pPr>
            <a:lvl7pPr marL="121917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7pPr>
            <a:lvl8pPr marL="1828754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8pPr>
            <a:lvl9pPr marL="2438339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SE" sz="22200" kern="0" dirty="0"/>
              <a:t>18</a:t>
            </a:r>
            <a:br>
              <a:rPr lang="en-SE" kern="0" dirty="0"/>
            </a:br>
            <a:endParaRPr lang="sv-SE" kern="0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B09BD74-78D2-19A3-2154-5AC26EAFDF73}"/>
              </a:ext>
            </a:extLst>
          </p:cNvPr>
          <p:cNvSpPr txBox="1">
            <a:spLocks/>
          </p:cNvSpPr>
          <p:nvPr/>
        </p:nvSpPr>
        <p:spPr>
          <a:xfrm>
            <a:off x="3348018" y="4445787"/>
            <a:ext cx="5096735" cy="1492623"/>
          </a:xfrm>
          <a:prstGeom prst="rect">
            <a:avLst/>
          </a:prstGeom>
        </p:spPr>
        <p:txBody>
          <a:bodyPr lIns="121920" tIns="60960" rIns="121920" bIns="60960" anchor="t">
            <a:noAutofit/>
          </a:bodyPr>
          <a:lstStyle>
            <a:lvl1pPr algn="l" rtl="0" eaLnBrk="1" fontAlgn="base" hangingPunct="1">
              <a:lnSpc>
                <a:spcPts val="7706"/>
              </a:lnSpc>
              <a:spcBef>
                <a:spcPct val="30000"/>
              </a:spcBef>
              <a:spcAft>
                <a:spcPct val="30000"/>
              </a:spcAft>
              <a:defRPr sz="7200" b="1" spc="0">
                <a:solidFill>
                  <a:srgbClr val="FFCC33"/>
                </a:solidFill>
                <a:latin typeface="Arial"/>
                <a:ea typeface="ＭＳ Ｐゴシック" charset="0"/>
                <a:cs typeface="Arial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609585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6pPr>
            <a:lvl7pPr marL="121917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7pPr>
            <a:lvl8pPr marL="1828754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8pPr>
            <a:lvl9pPr marL="2438339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sv-SE" sz="5000" kern="0" dirty="0" err="1"/>
              <a:t>completed</a:t>
            </a:r>
            <a:r>
              <a:rPr lang="sv-SE" sz="5000" kern="0" dirty="0"/>
              <a:t> on </a:t>
            </a:r>
            <a:r>
              <a:rPr lang="sv-SE" sz="5000" kern="0" dirty="0" err="1"/>
              <a:t>Christmas</a:t>
            </a:r>
            <a:r>
              <a:rPr lang="sv-SE" sz="5000" kern="0" dirty="0"/>
              <a:t> </a:t>
            </a:r>
            <a:r>
              <a:rPr lang="sv-SE" sz="5000" kern="0" dirty="0" err="1"/>
              <a:t>day</a:t>
            </a:r>
            <a:endParaRPr lang="sv-SE" sz="5000" kern="0" dirty="0"/>
          </a:p>
        </p:txBody>
      </p:sp>
    </p:spTree>
    <p:extLst>
      <p:ext uri="{BB962C8B-B14F-4D97-AF65-F5344CB8AC3E}">
        <p14:creationId xmlns:p14="http://schemas.microsoft.com/office/powerpoint/2010/main" val="24016761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520606-C449-95F0-802A-23DC22F38F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53F21E-3986-C46A-74F7-1BD5468585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7495" y="413851"/>
            <a:ext cx="4052841" cy="1876333"/>
          </a:xfrm>
        </p:spPr>
        <p:txBody>
          <a:bodyPr lIns="121920" tIns="60960" rIns="121920" bIns="60960" anchor="t">
            <a:normAutofit fontScale="90000"/>
          </a:bodyPr>
          <a:lstStyle/>
          <a:p>
            <a:r>
              <a:rPr lang="en-SE" sz="5300" dirty="0">
                <a:solidFill>
                  <a:srgbClr val="FFCC33">
                    <a:alpha val="46971"/>
                  </a:srgbClr>
                </a:solidFill>
              </a:rPr>
              <a:t>1597</a:t>
            </a:r>
            <a:br>
              <a:rPr lang="en-SE" dirty="0"/>
            </a:br>
            <a:br>
              <a:rPr lang="sv-SE" dirty="0"/>
            </a:br>
            <a:br>
              <a:rPr lang="sv-SE" dirty="0"/>
            </a:br>
            <a:endParaRPr lang="sv-SE" dirty="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0E2FE67B-B05A-A3A7-25DA-05961FD15EC0}"/>
              </a:ext>
            </a:extLst>
          </p:cNvPr>
          <p:cNvSpPr txBox="1">
            <a:spLocks/>
          </p:cNvSpPr>
          <p:nvPr/>
        </p:nvSpPr>
        <p:spPr>
          <a:xfrm>
            <a:off x="2235997" y="413851"/>
            <a:ext cx="5096735" cy="1492623"/>
          </a:xfrm>
          <a:prstGeom prst="rect">
            <a:avLst/>
          </a:prstGeom>
        </p:spPr>
        <p:txBody>
          <a:bodyPr lIns="121920" tIns="60960" rIns="121920" bIns="60960" anchor="t">
            <a:noAutofit/>
          </a:bodyPr>
          <a:lstStyle>
            <a:lvl1pPr algn="l" rtl="0" eaLnBrk="1" fontAlgn="base" hangingPunct="1">
              <a:lnSpc>
                <a:spcPts val="7706"/>
              </a:lnSpc>
              <a:spcBef>
                <a:spcPct val="30000"/>
              </a:spcBef>
              <a:spcAft>
                <a:spcPct val="30000"/>
              </a:spcAft>
              <a:defRPr sz="7200" b="1" spc="0">
                <a:solidFill>
                  <a:srgbClr val="FFCC33"/>
                </a:solidFill>
                <a:latin typeface="Arial"/>
                <a:ea typeface="ＭＳ Ｐゴシック" charset="0"/>
                <a:cs typeface="Arial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609585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6pPr>
            <a:lvl7pPr marL="121917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7pPr>
            <a:lvl8pPr marL="1828754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8pPr>
            <a:lvl9pPr marL="2438339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sv-SE" sz="4800" kern="0" dirty="0">
                <a:solidFill>
                  <a:srgbClr val="FFCC33">
                    <a:alpha val="49697"/>
                  </a:srgbClr>
                </a:solidFill>
              </a:rPr>
              <a:t>stars</a:t>
            </a:r>
            <a:r>
              <a:rPr lang="sv-SE" sz="4800" kern="0" dirty="0"/>
              <a:t> </a:t>
            </a:r>
            <a:r>
              <a:rPr lang="sv-SE" sz="4800" kern="0" dirty="0" err="1">
                <a:solidFill>
                  <a:srgbClr val="FFCC33">
                    <a:alpha val="50550"/>
                  </a:srgbClr>
                </a:solidFill>
              </a:rPr>
              <a:t>collected</a:t>
            </a:r>
            <a:endParaRPr lang="sv-SE" sz="4800" kern="0" dirty="0">
              <a:solidFill>
                <a:srgbClr val="FFCC33">
                  <a:alpha val="50550"/>
                </a:srgbClr>
              </a:solidFill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BCB9DA97-6935-AA42-7604-1566DEDAC84D}"/>
              </a:ext>
            </a:extLst>
          </p:cNvPr>
          <p:cNvSpPr txBox="1">
            <a:spLocks/>
          </p:cNvSpPr>
          <p:nvPr/>
        </p:nvSpPr>
        <p:spPr>
          <a:xfrm>
            <a:off x="402319" y="1036896"/>
            <a:ext cx="4052841" cy="1876333"/>
          </a:xfrm>
          <a:prstGeom prst="rect">
            <a:avLst/>
          </a:prstGeom>
        </p:spPr>
        <p:txBody>
          <a:bodyPr lIns="121920" tIns="60960" rIns="121920" bIns="60960" anchor="t">
            <a:normAutofit/>
          </a:bodyPr>
          <a:lstStyle>
            <a:lvl1pPr algn="l" rtl="0" eaLnBrk="1" fontAlgn="base" hangingPunct="1">
              <a:lnSpc>
                <a:spcPts val="7706"/>
              </a:lnSpc>
              <a:spcBef>
                <a:spcPct val="30000"/>
              </a:spcBef>
              <a:spcAft>
                <a:spcPct val="30000"/>
              </a:spcAft>
              <a:defRPr sz="7200" b="1" spc="0">
                <a:solidFill>
                  <a:srgbClr val="FFCC33"/>
                </a:solidFill>
                <a:latin typeface="Arial"/>
                <a:ea typeface="ＭＳ Ｐゴシック" charset="0"/>
                <a:cs typeface="Arial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609585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6pPr>
            <a:lvl7pPr marL="121917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7pPr>
            <a:lvl8pPr marL="1828754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8pPr>
            <a:lvl9pPr marL="2438339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SE" sz="4800" kern="0" dirty="0">
                <a:solidFill>
                  <a:srgbClr val="FFCC33">
                    <a:alpha val="46971"/>
                  </a:srgbClr>
                </a:solidFill>
              </a:rPr>
              <a:t>41</a:t>
            </a:r>
            <a:endParaRPr lang="sv-SE" sz="4800" kern="0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33606C6C-9184-5527-272B-A1BA56C5F2A5}"/>
              </a:ext>
            </a:extLst>
          </p:cNvPr>
          <p:cNvSpPr txBox="1">
            <a:spLocks/>
          </p:cNvSpPr>
          <p:nvPr/>
        </p:nvSpPr>
        <p:spPr>
          <a:xfrm>
            <a:off x="1568127" y="1036896"/>
            <a:ext cx="6648026" cy="1492623"/>
          </a:xfrm>
          <a:prstGeom prst="rect">
            <a:avLst/>
          </a:prstGeom>
        </p:spPr>
        <p:txBody>
          <a:bodyPr lIns="121920" tIns="60960" rIns="121920" bIns="60960" anchor="t">
            <a:noAutofit/>
          </a:bodyPr>
          <a:lstStyle>
            <a:lvl1pPr algn="l" rtl="0" eaLnBrk="1" fontAlgn="base" hangingPunct="1">
              <a:lnSpc>
                <a:spcPts val="7706"/>
              </a:lnSpc>
              <a:spcBef>
                <a:spcPct val="30000"/>
              </a:spcBef>
              <a:spcAft>
                <a:spcPct val="30000"/>
              </a:spcAft>
              <a:defRPr sz="7200" b="1" spc="0">
                <a:solidFill>
                  <a:srgbClr val="FFCC33"/>
                </a:solidFill>
                <a:latin typeface="Arial"/>
                <a:ea typeface="ＭＳ Ｐゴシック" charset="0"/>
                <a:cs typeface="Arial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609585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6pPr>
            <a:lvl7pPr marL="121917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7pPr>
            <a:lvl8pPr marL="1828754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8pPr>
            <a:lvl9pPr marL="2438339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sv-SE" sz="4800" kern="0" dirty="0">
                <a:solidFill>
                  <a:srgbClr val="FFCC33">
                    <a:alpha val="49697"/>
                  </a:srgbClr>
                </a:solidFill>
              </a:rPr>
              <a:t>at Gold star event</a:t>
            </a:r>
            <a:endParaRPr lang="sv-SE" sz="4800" kern="0" dirty="0">
              <a:solidFill>
                <a:srgbClr val="FFCC33">
                  <a:alpha val="50550"/>
                </a:srgbClr>
              </a:solidFill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B2495339-15BE-C96F-D576-C29F8F503136}"/>
              </a:ext>
            </a:extLst>
          </p:cNvPr>
          <p:cNvSpPr txBox="1">
            <a:spLocks/>
          </p:cNvSpPr>
          <p:nvPr/>
        </p:nvSpPr>
        <p:spPr>
          <a:xfrm>
            <a:off x="1568127" y="1663540"/>
            <a:ext cx="6648026" cy="1492623"/>
          </a:xfrm>
          <a:prstGeom prst="rect">
            <a:avLst/>
          </a:prstGeom>
        </p:spPr>
        <p:txBody>
          <a:bodyPr lIns="121920" tIns="60960" rIns="121920" bIns="60960" anchor="t">
            <a:noAutofit/>
          </a:bodyPr>
          <a:lstStyle>
            <a:lvl1pPr algn="l" rtl="0" eaLnBrk="1" fontAlgn="base" hangingPunct="1">
              <a:lnSpc>
                <a:spcPts val="7706"/>
              </a:lnSpc>
              <a:spcBef>
                <a:spcPct val="30000"/>
              </a:spcBef>
              <a:spcAft>
                <a:spcPct val="30000"/>
              </a:spcAft>
              <a:defRPr sz="7200" b="1" spc="0">
                <a:solidFill>
                  <a:srgbClr val="FFCC33"/>
                </a:solidFill>
                <a:latin typeface="Arial"/>
                <a:ea typeface="ＭＳ Ｐゴシック" charset="0"/>
                <a:cs typeface="Arial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609585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6pPr>
            <a:lvl7pPr marL="121917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7pPr>
            <a:lvl8pPr marL="1828754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8pPr>
            <a:lvl9pPr marL="2438339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sv-SE" sz="4800" kern="0" dirty="0">
                <a:solidFill>
                  <a:srgbClr val="FFCC33">
                    <a:alpha val="49697"/>
                  </a:srgbClr>
                </a:solidFill>
              </a:rPr>
              <a:t>T-shirts </a:t>
            </a:r>
            <a:r>
              <a:rPr lang="sv-SE" sz="4800" kern="0" dirty="0" err="1">
                <a:solidFill>
                  <a:srgbClr val="FFCC33">
                    <a:alpha val="49697"/>
                  </a:srgbClr>
                </a:solidFill>
              </a:rPr>
              <a:t>earned</a:t>
            </a:r>
            <a:endParaRPr lang="sv-SE" sz="4800" kern="0" dirty="0">
              <a:solidFill>
                <a:srgbClr val="FFCC33">
                  <a:alpha val="50550"/>
                </a:srgbClr>
              </a:solidFill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48F21190-F724-8AF2-C90A-E540F34F070A}"/>
              </a:ext>
            </a:extLst>
          </p:cNvPr>
          <p:cNvSpPr txBox="1">
            <a:spLocks/>
          </p:cNvSpPr>
          <p:nvPr/>
        </p:nvSpPr>
        <p:spPr>
          <a:xfrm>
            <a:off x="402319" y="1665901"/>
            <a:ext cx="4052841" cy="1876333"/>
          </a:xfrm>
          <a:prstGeom prst="rect">
            <a:avLst/>
          </a:prstGeom>
        </p:spPr>
        <p:txBody>
          <a:bodyPr lIns="121920" tIns="60960" rIns="121920" bIns="60960" anchor="t">
            <a:normAutofit/>
          </a:bodyPr>
          <a:lstStyle>
            <a:lvl1pPr algn="l" rtl="0" eaLnBrk="1" fontAlgn="base" hangingPunct="1">
              <a:lnSpc>
                <a:spcPts val="7706"/>
              </a:lnSpc>
              <a:spcBef>
                <a:spcPct val="30000"/>
              </a:spcBef>
              <a:spcAft>
                <a:spcPct val="30000"/>
              </a:spcAft>
              <a:defRPr sz="7200" b="1" spc="0">
                <a:solidFill>
                  <a:srgbClr val="FFCC33"/>
                </a:solidFill>
                <a:latin typeface="Arial"/>
                <a:ea typeface="ＭＳ Ｐゴシック" charset="0"/>
                <a:cs typeface="Arial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609585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6pPr>
            <a:lvl7pPr marL="121917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7pPr>
            <a:lvl8pPr marL="1828754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8pPr>
            <a:lvl9pPr marL="2438339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SE" sz="4800" kern="0" dirty="0">
                <a:solidFill>
                  <a:srgbClr val="FFCC33">
                    <a:alpha val="46971"/>
                  </a:srgbClr>
                </a:solidFill>
              </a:rPr>
              <a:t>24</a:t>
            </a:r>
            <a:endParaRPr lang="sv-SE" sz="4800" kern="0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F38F429B-8E7C-32EF-3F2C-836FB88858BD}"/>
              </a:ext>
            </a:extLst>
          </p:cNvPr>
          <p:cNvSpPr txBox="1">
            <a:spLocks/>
          </p:cNvSpPr>
          <p:nvPr/>
        </p:nvSpPr>
        <p:spPr>
          <a:xfrm>
            <a:off x="1572609" y="2340373"/>
            <a:ext cx="9951520" cy="1492623"/>
          </a:xfrm>
          <a:prstGeom prst="rect">
            <a:avLst/>
          </a:prstGeom>
        </p:spPr>
        <p:txBody>
          <a:bodyPr lIns="121920" tIns="60960" rIns="121920" bIns="60960" anchor="t">
            <a:noAutofit/>
          </a:bodyPr>
          <a:lstStyle>
            <a:lvl1pPr algn="l" rtl="0" eaLnBrk="1" fontAlgn="base" hangingPunct="1">
              <a:lnSpc>
                <a:spcPts val="7706"/>
              </a:lnSpc>
              <a:spcBef>
                <a:spcPct val="30000"/>
              </a:spcBef>
              <a:spcAft>
                <a:spcPct val="30000"/>
              </a:spcAft>
              <a:defRPr sz="7200" b="1" spc="0">
                <a:solidFill>
                  <a:srgbClr val="FFCC33"/>
                </a:solidFill>
                <a:latin typeface="Arial"/>
                <a:ea typeface="ＭＳ Ｐゴシック" charset="0"/>
                <a:cs typeface="Arial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609585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6pPr>
            <a:lvl7pPr marL="121917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7pPr>
            <a:lvl8pPr marL="1828754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8pPr>
            <a:lvl9pPr marL="2438339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sv-SE" sz="4800" kern="0" dirty="0" err="1">
                <a:solidFill>
                  <a:srgbClr val="FFCC33">
                    <a:alpha val="49697"/>
                  </a:srgbClr>
                </a:solidFill>
              </a:rPr>
              <a:t>completed</a:t>
            </a:r>
            <a:r>
              <a:rPr lang="sv-SE" sz="4800" kern="0" dirty="0">
                <a:solidFill>
                  <a:srgbClr val="FFCC33">
                    <a:alpha val="49697"/>
                  </a:srgbClr>
                </a:solidFill>
              </a:rPr>
              <a:t> on </a:t>
            </a:r>
            <a:r>
              <a:rPr lang="sv-SE" sz="4800" kern="0" dirty="0" err="1">
                <a:solidFill>
                  <a:srgbClr val="FFCC33">
                    <a:alpha val="49697"/>
                  </a:srgbClr>
                </a:solidFill>
              </a:rPr>
              <a:t>Christmas</a:t>
            </a:r>
            <a:r>
              <a:rPr lang="sv-SE" sz="4800" kern="0" dirty="0">
                <a:solidFill>
                  <a:srgbClr val="FFCC33">
                    <a:alpha val="49697"/>
                  </a:srgbClr>
                </a:solidFill>
              </a:rPr>
              <a:t> </a:t>
            </a:r>
            <a:r>
              <a:rPr lang="sv-SE" sz="4800" kern="0" dirty="0" err="1">
                <a:solidFill>
                  <a:srgbClr val="FFCC33">
                    <a:alpha val="49697"/>
                  </a:srgbClr>
                </a:solidFill>
              </a:rPr>
              <a:t>day</a:t>
            </a:r>
            <a:endParaRPr lang="sv-SE" sz="4800" kern="0" dirty="0">
              <a:solidFill>
                <a:srgbClr val="FFCC33">
                  <a:alpha val="50550"/>
                </a:srgbClr>
              </a:solidFill>
            </a:endParaRP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E6A2B99A-BFE0-4B07-F4EC-70883536F3A1}"/>
              </a:ext>
            </a:extLst>
          </p:cNvPr>
          <p:cNvSpPr txBox="1">
            <a:spLocks/>
          </p:cNvSpPr>
          <p:nvPr/>
        </p:nvSpPr>
        <p:spPr>
          <a:xfrm>
            <a:off x="406802" y="2342734"/>
            <a:ext cx="4052841" cy="1876333"/>
          </a:xfrm>
          <a:prstGeom prst="rect">
            <a:avLst/>
          </a:prstGeom>
        </p:spPr>
        <p:txBody>
          <a:bodyPr lIns="121920" tIns="60960" rIns="121920" bIns="60960" anchor="t">
            <a:normAutofit/>
          </a:bodyPr>
          <a:lstStyle>
            <a:lvl1pPr algn="l" rtl="0" eaLnBrk="1" fontAlgn="base" hangingPunct="1">
              <a:lnSpc>
                <a:spcPts val="7706"/>
              </a:lnSpc>
              <a:spcBef>
                <a:spcPct val="30000"/>
              </a:spcBef>
              <a:spcAft>
                <a:spcPct val="30000"/>
              </a:spcAft>
              <a:defRPr sz="7200" b="1" spc="0">
                <a:solidFill>
                  <a:srgbClr val="FFCC33"/>
                </a:solidFill>
                <a:latin typeface="Arial"/>
                <a:ea typeface="ＭＳ Ｐゴシック" charset="0"/>
                <a:cs typeface="Arial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609585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6pPr>
            <a:lvl7pPr marL="121917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7pPr>
            <a:lvl8pPr marL="1828754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8pPr>
            <a:lvl9pPr marL="2438339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SE" sz="4800" kern="0" dirty="0">
                <a:solidFill>
                  <a:srgbClr val="FFCC33">
                    <a:alpha val="46971"/>
                  </a:srgbClr>
                </a:solidFill>
              </a:rPr>
              <a:t>18</a:t>
            </a:r>
            <a:endParaRPr lang="sv-SE" sz="4800" kern="0" dirty="0"/>
          </a:p>
        </p:txBody>
      </p:sp>
    </p:spTree>
    <p:extLst>
      <p:ext uri="{BB962C8B-B14F-4D97-AF65-F5344CB8AC3E}">
        <p14:creationId xmlns:p14="http://schemas.microsoft.com/office/powerpoint/2010/main" val="16125474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E64D13-25D9-5B26-E200-CC51D332BF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715849F2-7EBE-324F-3F13-C35373D5E882}"/>
              </a:ext>
            </a:extLst>
          </p:cNvPr>
          <p:cNvSpPr txBox="1">
            <a:spLocks/>
          </p:cNvSpPr>
          <p:nvPr/>
        </p:nvSpPr>
        <p:spPr>
          <a:xfrm>
            <a:off x="2543735" y="552797"/>
            <a:ext cx="6909547" cy="1492623"/>
          </a:xfrm>
          <a:prstGeom prst="rect">
            <a:avLst/>
          </a:prstGeom>
        </p:spPr>
        <p:txBody>
          <a:bodyPr lIns="121920" tIns="60960" rIns="121920" bIns="60960" anchor="t">
            <a:noAutofit/>
          </a:bodyPr>
          <a:lstStyle>
            <a:lvl1pPr algn="l" rtl="0" eaLnBrk="1" fontAlgn="base" hangingPunct="1">
              <a:lnSpc>
                <a:spcPts val="7706"/>
              </a:lnSpc>
              <a:spcBef>
                <a:spcPct val="30000"/>
              </a:spcBef>
              <a:spcAft>
                <a:spcPct val="30000"/>
              </a:spcAft>
              <a:defRPr sz="7200" b="1" spc="0">
                <a:solidFill>
                  <a:srgbClr val="FFCC33"/>
                </a:solidFill>
                <a:latin typeface="Arial"/>
                <a:ea typeface="ＭＳ Ｐゴシック" charset="0"/>
                <a:cs typeface="Arial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609585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6pPr>
            <a:lvl7pPr marL="121917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7pPr>
            <a:lvl8pPr marL="1828754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8pPr>
            <a:lvl9pPr marL="2438339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sv-SE" sz="5000" kern="0" dirty="0" err="1"/>
              <a:t>Easiest</a:t>
            </a:r>
            <a:r>
              <a:rPr lang="sv-SE" sz="5000" kern="0" dirty="0"/>
              <a:t>/</a:t>
            </a:r>
            <a:r>
              <a:rPr lang="sv-SE" sz="5000" kern="0" dirty="0" err="1"/>
              <a:t>Hardest</a:t>
            </a:r>
            <a:r>
              <a:rPr lang="sv-SE" sz="5000" kern="0" dirty="0"/>
              <a:t> stars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A5B4A3AB-1D05-85FC-6AE5-FADEF3BC1B84}"/>
              </a:ext>
            </a:extLst>
          </p:cNvPr>
          <p:cNvSpPr txBox="1">
            <a:spLocks/>
          </p:cNvSpPr>
          <p:nvPr/>
        </p:nvSpPr>
        <p:spPr>
          <a:xfrm>
            <a:off x="2708040" y="2811315"/>
            <a:ext cx="3158663" cy="1492623"/>
          </a:xfrm>
          <a:prstGeom prst="rect">
            <a:avLst/>
          </a:prstGeom>
        </p:spPr>
        <p:txBody>
          <a:bodyPr lIns="121920" tIns="60960" rIns="121920" bIns="60960" anchor="t">
            <a:noAutofit/>
          </a:bodyPr>
          <a:lstStyle>
            <a:lvl1pPr algn="l" rtl="0" eaLnBrk="1" fontAlgn="base" hangingPunct="1">
              <a:lnSpc>
                <a:spcPts val="7706"/>
              </a:lnSpc>
              <a:spcBef>
                <a:spcPct val="30000"/>
              </a:spcBef>
              <a:spcAft>
                <a:spcPct val="30000"/>
              </a:spcAft>
              <a:defRPr sz="7200" b="1" spc="0">
                <a:solidFill>
                  <a:srgbClr val="FFCC33"/>
                </a:solidFill>
                <a:latin typeface="Arial"/>
                <a:ea typeface="ＭＳ Ｐゴシック" charset="0"/>
                <a:cs typeface="Arial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609585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6pPr>
            <a:lvl7pPr marL="121917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7pPr>
            <a:lvl8pPr marL="1828754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8pPr>
            <a:lvl9pPr marL="2438339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sv-SE" sz="5000" kern="0" dirty="0" err="1"/>
              <a:t>First</a:t>
            </a:r>
            <a:r>
              <a:rPr lang="sv-SE" sz="5000" kern="0" dirty="0"/>
              <a:t> star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CE42DD18-ACC2-60CB-B881-31CAF6D8E630}"/>
              </a:ext>
            </a:extLst>
          </p:cNvPr>
          <p:cNvSpPr txBox="1">
            <a:spLocks/>
          </p:cNvSpPr>
          <p:nvPr/>
        </p:nvSpPr>
        <p:spPr>
          <a:xfrm>
            <a:off x="5866703" y="2811316"/>
            <a:ext cx="3158663" cy="1492623"/>
          </a:xfrm>
          <a:prstGeom prst="rect">
            <a:avLst/>
          </a:prstGeom>
        </p:spPr>
        <p:txBody>
          <a:bodyPr lIns="121920" tIns="60960" rIns="121920" bIns="60960" anchor="t">
            <a:noAutofit/>
          </a:bodyPr>
          <a:lstStyle>
            <a:lvl1pPr algn="l" rtl="0" eaLnBrk="1" fontAlgn="base" hangingPunct="1">
              <a:lnSpc>
                <a:spcPts val="7706"/>
              </a:lnSpc>
              <a:spcBef>
                <a:spcPct val="30000"/>
              </a:spcBef>
              <a:spcAft>
                <a:spcPct val="30000"/>
              </a:spcAft>
              <a:defRPr sz="7200" b="1" spc="0">
                <a:solidFill>
                  <a:srgbClr val="FFCC33"/>
                </a:solidFill>
                <a:latin typeface="Arial"/>
                <a:ea typeface="ＭＳ Ｐゴシック" charset="0"/>
                <a:cs typeface="Arial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609585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6pPr>
            <a:lvl7pPr marL="121917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7pPr>
            <a:lvl8pPr marL="1828754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8pPr>
            <a:lvl9pPr marL="2438339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sv-SE" sz="5000" kern="0" dirty="0"/>
              <a:t>Day 1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C075AB01-096D-590D-2F42-77D1409393B1}"/>
              </a:ext>
            </a:extLst>
          </p:cNvPr>
          <p:cNvSpPr txBox="1">
            <a:spLocks/>
          </p:cNvSpPr>
          <p:nvPr/>
        </p:nvSpPr>
        <p:spPr>
          <a:xfrm>
            <a:off x="1152588" y="3916509"/>
            <a:ext cx="2047812" cy="1492623"/>
          </a:xfrm>
          <a:prstGeom prst="rect">
            <a:avLst/>
          </a:prstGeom>
        </p:spPr>
        <p:txBody>
          <a:bodyPr lIns="121920" tIns="60960" rIns="121920" bIns="60960" anchor="t">
            <a:noAutofit/>
          </a:bodyPr>
          <a:lstStyle>
            <a:lvl1pPr algn="l" rtl="0" eaLnBrk="1" fontAlgn="base" hangingPunct="1">
              <a:lnSpc>
                <a:spcPts val="7706"/>
              </a:lnSpc>
              <a:spcBef>
                <a:spcPct val="30000"/>
              </a:spcBef>
              <a:spcAft>
                <a:spcPct val="30000"/>
              </a:spcAft>
              <a:defRPr sz="7200" b="1" spc="0">
                <a:solidFill>
                  <a:srgbClr val="FFCC33"/>
                </a:solidFill>
                <a:latin typeface="Arial"/>
                <a:ea typeface="ＭＳ Ｐゴシック" charset="0"/>
                <a:cs typeface="Arial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609585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6pPr>
            <a:lvl7pPr marL="121917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7pPr>
            <a:lvl8pPr marL="1828754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8pPr>
            <a:lvl9pPr marL="2438339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sv-SE" sz="5000" kern="0" dirty="0"/>
              <a:t>1:13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CF77104A-0A9F-3AFD-5344-B1CCE2E9A35A}"/>
              </a:ext>
            </a:extLst>
          </p:cNvPr>
          <p:cNvSpPr txBox="1">
            <a:spLocks/>
          </p:cNvSpPr>
          <p:nvPr/>
        </p:nvSpPr>
        <p:spPr>
          <a:xfrm>
            <a:off x="3318336" y="3916509"/>
            <a:ext cx="7207000" cy="1492623"/>
          </a:xfrm>
          <a:prstGeom prst="rect">
            <a:avLst/>
          </a:prstGeom>
        </p:spPr>
        <p:txBody>
          <a:bodyPr lIns="121920" tIns="60960" rIns="121920" bIns="60960" anchor="t">
            <a:noAutofit/>
          </a:bodyPr>
          <a:lstStyle>
            <a:lvl1pPr algn="l" rtl="0" eaLnBrk="1" fontAlgn="base" hangingPunct="1">
              <a:lnSpc>
                <a:spcPts val="7706"/>
              </a:lnSpc>
              <a:spcBef>
                <a:spcPct val="30000"/>
              </a:spcBef>
              <a:spcAft>
                <a:spcPct val="30000"/>
              </a:spcAft>
              <a:defRPr sz="7200" b="1" spc="0">
                <a:solidFill>
                  <a:srgbClr val="FFCC33"/>
                </a:solidFill>
                <a:latin typeface="Arial"/>
                <a:ea typeface="ＭＳ Ｐゴシック" charset="0"/>
                <a:cs typeface="Arial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609585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6pPr>
            <a:lvl7pPr marL="121917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7pPr>
            <a:lvl8pPr marL="1828754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8pPr>
            <a:lvl9pPr marL="2438339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sv-SE" sz="5000" kern="0" dirty="0"/>
              <a:t>Alexander Berntsson</a:t>
            </a:r>
          </a:p>
        </p:txBody>
      </p:sp>
    </p:spTree>
    <p:extLst>
      <p:ext uri="{BB962C8B-B14F-4D97-AF65-F5344CB8AC3E}">
        <p14:creationId xmlns:p14="http://schemas.microsoft.com/office/powerpoint/2010/main" val="40560644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8" grpId="0"/>
      <p:bldP spid="9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C7793D-E5EA-ABFA-1A81-E23FB2A5D3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6BE8C0A7-3F38-3A9F-67C6-EE30EE3140D9}"/>
              </a:ext>
            </a:extLst>
          </p:cNvPr>
          <p:cNvSpPr txBox="1">
            <a:spLocks/>
          </p:cNvSpPr>
          <p:nvPr/>
        </p:nvSpPr>
        <p:spPr>
          <a:xfrm>
            <a:off x="597162" y="1448868"/>
            <a:ext cx="3158663" cy="1492623"/>
          </a:xfrm>
          <a:prstGeom prst="rect">
            <a:avLst/>
          </a:prstGeom>
        </p:spPr>
        <p:txBody>
          <a:bodyPr lIns="121920" tIns="60960" rIns="121920" bIns="60960" anchor="t">
            <a:noAutofit/>
          </a:bodyPr>
          <a:lstStyle>
            <a:lvl1pPr algn="l" rtl="0" eaLnBrk="1" fontAlgn="base" hangingPunct="1">
              <a:lnSpc>
                <a:spcPts val="7706"/>
              </a:lnSpc>
              <a:spcBef>
                <a:spcPct val="30000"/>
              </a:spcBef>
              <a:spcAft>
                <a:spcPct val="30000"/>
              </a:spcAft>
              <a:defRPr sz="7200" b="1" spc="0">
                <a:solidFill>
                  <a:srgbClr val="FFCC33"/>
                </a:solidFill>
                <a:latin typeface="Arial"/>
                <a:ea typeface="ＭＳ Ｐゴシック" charset="0"/>
                <a:cs typeface="Arial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609585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6pPr>
            <a:lvl7pPr marL="121917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7pPr>
            <a:lvl8pPr marL="1828754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8pPr>
            <a:lvl9pPr marL="2438339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sv-SE" sz="5000" kern="0" dirty="0" err="1">
                <a:solidFill>
                  <a:srgbClr val="FFCC33">
                    <a:alpha val="50000"/>
                  </a:srgbClr>
                </a:solidFill>
              </a:rPr>
              <a:t>First</a:t>
            </a:r>
            <a:r>
              <a:rPr lang="sv-SE" sz="5000" kern="0" dirty="0"/>
              <a:t> </a:t>
            </a:r>
            <a:r>
              <a:rPr lang="sv-SE" sz="5000" kern="0" dirty="0">
                <a:solidFill>
                  <a:srgbClr val="FFCC33">
                    <a:alpha val="50000"/>
                  </a:srgbClr>
                </a:solidFill>
              </a:rPr>
              <a:t>star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AA504984-495A-F6D3-286C-50940ADD27B0}"/>
              </a:ext>
            </a:extLst>
          </p:cNvPr>
          <p:cNvSpPr txBox="1">
            <a:spLocks/>
          </p:cNvSpPr>
          <p:nvPr/>
        </p:nvSpPr>
        <p:spPr>
          <a:xfrm>
            <a:off x="3867350" y="1448868"/>
            <a:ext cx="3158663" cy="1492623"/>
          </a:xfrm>
          <a:prstGeom prst="rect">
            <a:avLst/>
          </a:prstGeom>
        </p:spPr>
        <p:txBody>
          <a:bodyPr lIns="121920" tIns="60960" rIns="121920" bIns="60960" anchor="t">
            <a:noAutofit/>
          </a:bodyPr>
          <a:lstStyle>
            <a:lvl1pPr algn="l" rtl="0" eaLnBrk="1" fontAlgn="base" hangingPunct="1">
              <a:lnSpc>
                <a:spcPts val="7706"/>
              </a:lnSpc>
              <a:spcBef>
                <a:spcPct val="30000"/>
              </a:spcBef>
              <a:spcAft>
                <a:spcPct val="30000"/>
              </a:spcAft>
              <a:defRPr sz="7200" b="1" spc="0">
                <a:solidFill>
                  <a:srgbClr val="FFCC33"/>
                </a:solidFill>
                <a:latin typeface="Arial"/>
                <a:ea typeface="ＭＳ Ｐゴシック" charset="0"/>
                <a:cs typeface="Arial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609585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6pPr>
            <a:lvl7pPr marL="121917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7pPr>
            <a:lvl8pPr marL="1828754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8pPr>
            <a:lvl9pPr marL="2438339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sv-SE" sz="5000" kern="0" dirty="0">
                <a:solidFill>
                  <a:srgbClr val="FFCC33">
                    <a:alpha val="50000"/>
                  </a:srgbClr>
                </a:solidFill>
              </a:rPr>
              <a:t>Day 1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C26AB57A-6CFD-214C-67E1-BD2DE50451D2}"/>
              </a:ext>
            </a:extLst>
          </p:cNvPr>
          <p:cNvSpPr txBox="1">
            <a:spLocks/>
          </p:cNvSpPr>
          <p:nvPr/>
        </p:nvSpPr>
        <p:spPr>
          <a:xfrm>
            <a:off x="6315635" y="1448868"/>
            <a:ext cx="2047812" cy="1492623"/>
          </a:xfrm>
          <a:prstGeom prst="rect">
            <a:avLst/>
          </a:prstGeom>
        </p:spPr>
        <p:txBody>
          <a:bodyPr lIns="121920" tIns="60960" rIns="121920" bIns="60960" anchor="t">
            <a:noAutofit/>
          </a:bodyPr>
          <a:lstStyle>
            <a:lvl1pPr algn="l" rtl="0" eaLnBrk="1" fontAlgn="base" hangingPunct="1">
              <a:lnSpc>
                <a:spcPts val="7706"/>
              </a:lnSpc>
              <a:spcBef>
                <a:spcPct val="30000"/>
              </a:spcBef>
              <a:spcAft>
                <a:spcPct val="30000"/>
              </a:spcAft>
              <a:defRPr sz="7200" b="1" spc="0">
                <a:solidFill>
                  <a:srgbClr val="FFCC33"/>
                </a:solidFill>
                <a:latin typeface="Arial"/>
                <a:ea typeface="ＭＳ Ｐゴシック" charset="0"/>
                <a:cs typeface="Arial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609585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6pPr>
            <a:lvl7pPr marL="121917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7pPr>
            <a:lvl8pPr marL="1828754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8pPr>
            <a:lvl9pPr marL="2438339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sv-SE" sz="5000" kern="0" dirty="0">
                <a:solidFill>
                  <a:srgbClr val="FFCC33">
                    <a:alpha val="50000"/>
                  </a:srgbClr>
                </a:solidFill>
              </a:rPr>
              <a:t>1:13</a:t>
            </a: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4F47B500-097E-A58D-A846-7FCE18B09477}"/>
              </a:ext>
            </a:extLst>
          </p:cNvPr>
          <p:cNvSpPr txBox="1">
            <a:spLocks/>
          </p:cNvSpPr>
          <p:nvPr/>
        </p:nvSpPr>
        <p:spPr>
          <a:xfrm>
            <a:off x="2543735" y="552797"/>
            <a:ext cx="6909547" cy="1492623"/>
          </a:xfrm>
          <a:prstGeom prst="rect">
            <a:avLst/>
          </a:prstGeom>
        </p:spPr>
        <p:txBody>
          <a:bodyPr lIns="121920" tIns="60960" rIns="121920" bIns="60960" anchor="t">
            <a:noAutofit/>
          </a:bodyPr>
          <a:lstStyle>
            <a:lvl1pPr algn="l" rtl="0" eaLnBrk="1" fontAlgn="base" hangingPunct="1">
              <a:lnSpc>
                <a:spcPts val="7706"/>
              </a:lnSpc>
              <a:spcBef>
                <a:spcPct val="30000"/>
              </a:spcBef>
              <a:spcAft>
                <a:spcPct val="30000"/>
              </a:spcAft>
              <a:defRPr sz="7200" b="1" spc="0">
                <a:solidFill>
                  <a:srgbClr val="FFCC33"/>
                </a:solidFill>
                <a:latin typeface="Arial"/>
                <a:ea typeface="ＭＳ Ｐゴシック" charset="0"/>
                <a:cs typeface="Arial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609585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6pPr>
            <a:lvl7pPr marL="121917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7pPr>
            <a:lvl8pPr marL="1828754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8pPr>
            <a:lvl9pPr marL="2438339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sv-SE" sz="5000" kern="0" dirty="0" err="1"/>
              <a:t>Easiest</a:t>
            </a:r>
            <a:r>
              <a:rPr lang="sv-SE" sz="5000" kern="0" dirty="0"/>
              <a:t>/</a:t>
            </a:r>
            <a:r>
              <a:rPr lang="sv-SE" sz="5000" kern="0" dirty="0" err="1"/>
              <a:t>Hardest</a:t>
            </a:r>
            <a:r>
              <a:rPr lang="sv-SE" sz="5000" kern="0" dirty="0"/>
              <a:t> stars</a:t>
            </a:r>
          </a:p>
        </p:txBody>
      </p:sp>
    </p:spTree>
    <p:extLst>
      <p:ext uri="{BB962C8B-B14F-4D97-AF65-F5344CB8AC3E}">
        <p14:creationId xmlns:p14="http://schemas.microsoft.com/office/powerpoint/2010/main" val="104144650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745E06-BD2A-BFD0-87FB-B6A33C21EB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A4AA8A-ACC4-CA1E-F6D4-481698862225}"/>
              </a:ext>
            </a:extLst>
          </p:cNvPr>
          <p:cNvSpPr txBox="1">
            <a:spLocks/>
          </p:cNvSpPr>
          <p:nvPr/>
        </p:nvSpPr>
        <p:spPr>
          <a:xfrm>
            <a:off x="2328212" y="2811315"/>
            <a:ext cx="3538492" cy="1492623"/>
          </a:xfrm>
          <a:prstGeom prst="rect">
            <a:avLst/>
          </a:prstGeom>
        </p:spPr>
        <p:txBody>
          <a:bodyPr lIns="121920" tIns="60960" rIns="121920" bIns="60960" anchor="t">
            <a:noAutofit/>
          </a:bodyPr>
          <a:lstStyle>
            <a:lvl1pPr algn="l" rtl="0" eaLnBrk="1" fontAlgn="base" hangingPunct="1">
              <a:lnSpc>
                <a:spcPts val="7706"/>
              </a:lnSpc>
              <a:spcBef>
                <a:spcPct val="30000"/>
              </a:spcBef>
              <a:spcAft>
                <a:spcPct val="30000"/>
              </a:spcAft>
              <a:defRPr sz="7200" b="1" spc="0">
                <a:solidFill>
                  <a:srgbClr val="FFCC33"/>
                </a:solidFill>
                <a:latin typeface="Arial"/>
                <a:ea typeface="ＭＳ Ｐゴシック" charset="0"/>
                <a:cs typeface="Arial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609585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6pPr>
            <a:lvl7pPr marL="121917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7pPr>
            <a:lvl8pPr marL="1828754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8pPr>
            <a:lvl9pPr marL="2438339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sv-SE" sz="5000" kern="0" dirty="0" err="1"/>
              <a:t>Both</a:t>
            </a:r>
            <a:r>
              <a:rPr lang="sv-SE" sz="5000" kern="0" dirty="0"/>
              <a:t> stars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84AF5BF7-23B9-B0FF-0C5C-F3E9DF42295E}"/>
              </a:ext>
            </a:extLst>
          </p:cNvPr>
          <p:cNvSpPr txBox="1">
            <a:spLocks/>
          </p:cNvSpPr>
          <p:nvPr/>
        </p:nvSpPr>
        <p:spPr>
          <a:xfrm>
            <a:off x="5866703" y="2811316"/>
            <a:ext cx="3158663" cy="1492623"/>
          </a:xfrm>
          <a:prstGeom prst="rect">
            <a:avLst/>
          </a:prstGeom>
        </p:spPr>
        <p:txBody>
          <a:bodyPr lIns="121920" tIns="60960" rIns="121920" bIns="60960" anchor="t">
            <a:noAutofit/>
          </a:bodyPr>
          <a:lstStyle>
            <a:lvl1pPr algn="l" rtl="0" eaLnBrk="1" fontAlgn="base" hangingPunct="1">
              <a:lnSpc>
                <a:spcPts val="7706"/>
              </a:lnSpc>
              <a:spcBef>
                <a:spcPct val="30000"/>
              </a:spcBef>
              <a:spcAft>
                <a:spcPct val="30000"/>
              </a:spcAft>
              <a:defRPr sz="7200" b="1" spc="0">
                <a:solidFill>
                  <a:srgbClr val="FFCC33"/>
                </a:solidFill>
                <a:latin typeface="Arial"/>
                <a:ea typeface="ＭＳ Ｐゴシック" charset="0"/>
                <a:cs typeface="Arial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609585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6pPr>
            <a:lvl7pPr marL="121917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7pPr>
            <a:lvl8pPr marL="1828754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8pPr>
            <a:lvl9pPr marL="2438339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sv-SE" sz="5000" kern="0" dirty="0"/>
              <a:t>Day 1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8441AB3-A783-962A-CE97-92A524392F87}"/>
              </a:ext>
            </a:extLst>
          </p:cNvPr>
          <p:cNvSpPr txBox="1">
            <a:spLocks/>
          </p:cNvSpPr>
          <p:nvPr/>
        </p:nvSpPr>
        <p:spPr>
          <a:xfrm>
            <a:off x="1152588" y="3916509"/>
            <a:ext cx="2047812" cy="1492623"/>
          </a:xfrm>
          <a:prstGeom prst="rect">
            <a:avLst/>
          </a:prstGeom>
        </p:spPr>
        <p:txBody>
          <a:bodyPr lIns="121920" tIns="60960" rIns="121920" bIns="60960" anchor="t">
            <a:noAutofit/>
          </a:bodyPr>
          <a:lstStyle>
            <a:lvl1pPr algn="l" rtl="0" eaLnBrk="1" fontAlgn="base" hangingPunct="1">
              <a:lnSpc>
                <a:spcPts val="7706"/>
              </a:lnSpc>
              <a:spcBef>
                <a:spcPct val="30000"/>
              </a:spcBef>
              <a:spcAft>
                <a:spcPct val="30000"/>
              </a:spcAft>
              <a:defRPr sz="7200" b="1" spc="0">
                <a:solidFill>
                  <a:srgbClr val="FFCC33"/>
                </a:solidFill>
                <a:latin typeface="Arial"/>
                <a:ea typeface="ＭＳ Ｐゴシック" charset="0"/>
                <a:cs typeface="Arial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609585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6pPr>
            <a:lvl7pPr marL="121917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7pPr>
            <a:lvl8pPr marL="1828754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8pPr>
            <a:lvl9pPr marL="2438339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sv-SE" sz="5000" kern="0" dirty="0"/>
              <a:t>3:05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8BEBD52-C138-6927-E9FF-97EF476BC493}"/>
              </a:ext>
            </a:extLst>
          </p:cNvPr>
          <p:cNvSpPr txBox="1">
            <a:spLocks/>
          </p:cNvSpPr>
          <p:nvPr/>
        </p:nvSpPr>
        <p:spPr>
          <a:xfrm>
            <a:off x="3318336" y="3916509"/>
            <a:ext cx="7207000" cy="1492623"/>
          </a:xfrm>
          <a:prstGeom prst="rect">
            <a:avLst/>
          </a:prstGeom>
        </p:spPr>
        <p:txBody>
          <a:bodyPr lIns="121920" tIns="60960" rIns="121920" bIns="60960" anchor="t">
            <a:noAutofit/>
          </a:bodyPr>
          <a:lstStyle>
            <a:lvl1pPr algn="l" rtl="0" eaLnBrk="1" fontAlgn="base" hangingPunct="1">
              <a:lnSpc>
                <a:spcPts val="7706"/>
              </a:lnSpc>
              <a:spcBef>
                <a:spcPct val="30000"/>
              </a:spcBef>
              <a:spcAft>
                <a:spcPct val="30000"/>
              </a:spcAft>
              <a:defRPr sz="7200" b="1" spc="0">
                <a:solidFill>
                  <a:srgbClr val="FFCC33"/>
                </a:solidFill>
                <a:latin typeface="Arial"/>
                <a:ea typeface="ＭＳ Ｐゴシック" charset="0"/>
                <a:cs typeface="Arial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609585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6pPr>
            <a:lvl7pPr marL="121917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7pPr>
            <a:lvl8pPr marL="1828754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8pPr>
            <a:lvl9pPr marL="2438339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GB" sz="5000" dirty="0"/>
              <a:t>Alexander </a:t>
            </a:r>
            <a:r>
              <a:rPr lang="en-GB" sz="5000" dirty="0" err="1"/>
              <a:t>Berntsson</a:t>
            </a:r>
            <a:endParaRPr lang="sv-SE" sz="5000" kern="0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E494DCAA-CD76-454D-84D5-A075B1E3FBEB}"/>
              </a:ext>
            </a:extLst>
          </p:cNvPr>
          <p:cNvSpPr txBox="1">
            <a:spLocks/>
          </p:cNvSpPr>
          <p:nvPr/>
        </p:nvSpPr>
        <p:spPr>
          <a:xfrm>
            <a:off x="597162" y="1448868"/>
            <a:ext cx="3158663" cy="1492623"/>
          </a:xfrm>
          <a:prstGeom prst="rect">
            <a:avLst/>
          </a:prstGeom>
        </p:spPr>
        <p:txBody>
          <a:bodyPr lIns="121920" tIns="60960" rIns="121920" bIns="60960" anchor="t">
            <a:noAutofit/>
          </a:bodyPr>
          <a:lstStyle>
            <a:lvl1pPr algn="l" rtl="0" eaLnBrk="1" fontAlgn="base" hangingPunct="1">
              <a:lnSpc>
                <a:spcPts val="7706"/>
              </a:lnSpc>
              <a:spcBef>
                <a:spcPct val="30000"/>
              </a:spcBef>
              <a:spcAft>
                <a:spcPct val="30000"/>
              </a:spcAft>
              <a:defRPr sz="7200" b="1" spc="0">
                <a:solidFill>
                  <a:srgbClr val="FFCC33"/>
                </a:solidFill>
                <a:latin typeface="Arial"/>
                <a:ea typeface="ＭＳ Ｐゴシック" charset="0"/>
                <a:cs typeface="Arial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609585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6pPr>
            <a:lvl7pPr marL="121917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7pPr>
            <a:lvl8pPr marL="1828754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8pPr>
            <a:lvl9pPr marL="2438339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sv-SE" sz="5000" kern="0" dirty="0" err="1">
                <a:solidFill>
                  <a:srgbClr val="FFCC33">
                    <a:alpha val="50000"/>
                  </a:srgbClr>
                </a:solidFill>
              </a:rPr>
              <a:t>First</a:t>
            </a:r>
            <a:r>
              <a:rPr lang="sv-SE" sz="5000" kern="0" dirty="0"/>
              <a:t> </a:t>
            </a:r>
            <a:r>
              <a:rPr lang="sv-SE" sz="5000" kern="0" dirty="0">
                <a:solidFill>
                  <a:srgbClr val="FFCC33">
                    <a:alpha val="50000"/>
                  </a:srgbClr>
                </a:solidFill>
              </a:rPr>
              <a:t>star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52B69FEB-76EC-F724-5342-58AC3859EA17}"/>
              </a:ext>
            </a:extLst>
          </p:cNvPr>
          <p:cNvSpPr txBox="1">
            <a:spLocks/>
          </p:cNvSpPr>
          <p:nvPr/>
        </p:nvSpPr>
        <p:spPr>
          <a:xfrm>
            <a:off x="3867350" y="1448868"/>
            <a:ext cx="3158663" cy="1492623"/>
          </a:xfrm>
          <a:prstGeom prst="rect">
            <a:avLst/>
          </a:prstGeom>
        </p:spPr>
        <p:txBody>
          <a:bodyPr lIns="121920" tIns="60960" rIns="121920" bIns="60960" anchor="t">
            <a:noAutofit/>
          </a:bodyPr>
          <a:lstStyle>
            <a:lvl1pPr algn="l" rtl="0" eaLnBrk="1" fontAlgn="base" hangingPunct="1">
              <a:lnSpc>
                <a:spcPts val="7706"/>
              </a:lnSpc>
              <a:spcBef>
                <a:spcPct val="30000"/>
              </a:spcBef>
              <a:spcAft>
                <a:spcPct val="30000"/>
              </a:spcAft>
              <a:defRPr sz="7200" b="1" spc="0">
                <a:solidFill>
                  <a:srgbClr val="FFCC33"/>
                </a:solidFill>
                <a:latin typeface="Arial"/>
                <a:ea typeface="ＭＳ Ｐゴシック" charset="0"/>
                <a:cs typeface="Arial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609585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6pPr>
            <a:lvl7pPr marL="121917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7pPr>
            <a:lvl8pPr marL="1828754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8pPr>
            <a:lvl9pPr marL="2438339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sv-SE" sz="5000" kern="0" dirty="0">
                <a:solidFill>
                  <a:srgbClr val="FFCC33">
                    <a:alpha val="50000"/>
                  </a:srgbClr>
                </a:solidFill>
              </a:rPr>
              <a:t>Day 1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E82B0C65-C459-D378-8C53-95DF800DC80E}"/>
              </a:ext>
            </a:extLst>
          </p:cNvPr>
          <p:cNvSpPr txBox="1">
            <a:spLocks/>
          </p:cNvSpPr>
          <p:nvPr/>
        </p:nvSpPr>
        <p:spPr>
          <a:xfrm>
            <a:off x="6315635" y="1448868"/>
            <a:ext cx="2047812" cy="1492623"/>
          </a:xfrm>
          <a:prstGeom prst="rect">
            <a:avLst/>
          </a:prstGeom>
        </p:spPr>
        <p:txBody>
          <a:bodyPr lIns="121920" tIns="60960" rIns="121920" bIns="60960" anchor="t">
            <a:noAutofit/>
          </a:bodyPr>
          <a:lstStyle>
            <a:lvl1pPr algn="l" rtl="0" eaLnBrk="1" fontAlgn="base" hangingPunct="1">
              <a:lnSpc>
                <a:spcPts val="7706"/>
              </a:lnSpc>
              <a:spcBef>
                <a:spcPct val="30000"/>
              </a:spcBef>
              <a:spcAft>
                <a:spcPct val="30000"/>
              </a:spcAft>
              <a:defRPr sz="7200" b="1" spc="0">
                <a:solidFill>
                  <a:srgbClr val="FFCC33"/>
                </a:solidFill>
                <a:latin typeface="Arial"/>
                <a:ea typeface="ＭＳ Ｐゴシック" charset="0"/>
                <a:cs typeface="Arial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609585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6pPr>
            <a:lvl7pPr marL="121917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7pPr>
            <a:lvl8pPr marL="1828754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8pPr>
            <a:lvl9pPr marL="2438339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sv-SE" sz="5000" kern="0" dirty="0">
                <a:solidFill>
                  <a:srgbClr val="FFCC33">
                    <a:alpha val="50000"/>
                  </a:srgbClr>
                </a:solidFill>
              </a:rPr>
              <a:t>1:13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62230971-2612-FBF8-C90B-907722E74230}"/>
              </a:ext>
            </a:extLst>
          </p:cNvPr>
          <p:cNvSpPr txBox="1">
            <a:spLocks/>
          </p:cNvSpPr>
          <p:nvPr/>
        </p:nvSpPr>
        <p:spPr>
          <a:xfrm>
            <a:off x="2543735" y="552797"/>
            <a:ext cx="6909547" cy="1492623"/>
          </a:xfrm>
          <a:prstGeom prst="rect">
            <a:avLst/>
          </a:prstGeom>
        </p:spPr>
        <p:txBody>
          <a:bodyPr lIns="121920" tIns="60960" rIns="121920" bIns="60960" anchor="t">
            <a:noAutofit/>
          </a:bodyPr>
          <a:lstStyle>
            <a:lvl1pPr algn="l" rtl="0" eaLnBrk="1" fontAlgn="base" hangingPunct="1">
              <a:lnSpc>
                <a:spcPts val="7706"/>
              </a:lnSpc>
              <a:spcBef>
                <a:spcPct val="30000"/>
              </a:spcBef>
              <a:spcAft>
                <a:spcPct val="30000"/>
              </a:spcAft>
              <a:defRPr sz="7200" b="1" spc="0">
                <a:solidFill>
                  <a:srgbClr val="FFCC33"/>
                </a:solidFill>
                <a:latin typeface="Arial"/>
                <a:ea typeface="ＭＳ Ｐゴシック" charset="0"/>
                <a:cs typeface="Arial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609585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6pPr>
            <a:lvl7pPr marL="121917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7pPr>
            <a:lvl8pPr marL="1828754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8pPr>
            <a:lvl9pPr marL="2438339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sv-SE" sz="5000" kern="0" dirty="0" err="1"/>
              <a:t>Easiest</a:t>
            </a:r>
            <a:r>
              <a:rPr lang="sv-SE" sz="5000" kern="0" dirty="0"/>
              <a:t>/</a:t>
            </a:r>
            <a:r>
              <a:rPr lang="sv-SE" sz="5000" kern="0" dirty="0" err="1"/>
              <a:t>Hardest</a:t>
            </a:r>
            <a:r>
              <a:rPr lang="sv-SE" sz="5000" kern="0" dirty="0"/>
              <a:t> stars</a:t>
            </a:r>
          </a:p>
        </p:txBody>
      </p:sp>
    </p:spTree>
    <p:extLst>
      <p:ext uri="{BB962C8B-B14F-4D97-AF65-F5344CB8AC3E}">
        <p14:creationId xmlns:p14="http://schemas.microsoft.com/office/powerpoint/2010/main" val="13774630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6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FA6EBA-493E-64BE-B57A-BA4B69B96F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886BFE27-4E80-10EB-BA35-876C3007107F}"/>
              </a:ext>
            </a:extLst>
          </p:cNvPr>
          <p:cNvSpPr txBox="1">
            <a:spLocks/>
          </p:cNvSpPr>
          <p:nvPr/>
        </p:nvSpPr>
        <p:spPr>
          <a:xfrm>
            <a:off x="597162" y="1448868"/>
            <a:ext cx="3158663" cy="1492623"/>
          </a:xfrm>
          <a:prstGeom prst="rect">
            <a:avLst/>
          </a:prstGeom>
        </p:spPr>
        <p:txBody>
          <a:bodyPr lIns="121920" tIns="60960" rIns="121920" bIns="60960" anchor="t">
            <a:noAutofit/>
          </a:bodyPr>
          <a:lstStyle>
            <a:lvl1pPr algn="l" rtl="0" eaLnBrk="1" fontAlgn="base" hangingPunct="1">
              <a:lnSpc>
                <a:spcPts val="7706"/>
              </a:lnSpc>
              <a:spcBef>
                <a:spcPct val="30000"/>
              </a:spcBef>
              <a:spcAft>
                <a:spcPct val="30000"/>
              </a:spcAft>
              <a:defRPr sz="7200" b="1" spc="0">
                <a:solidFill>
                  <a:srgbClr val="FFCC33"/>
                </a:solidFill>
                <a:latin typeface="Arial"/>
                <a:ea typeface="ＭＳ Ｐゴシック" charset="0"/>
                <a:cs typeface="Arial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609585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6pPr>
            <a:lvl7pPr marL="121917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7pPr>
            <a:lvl8pPr marL="1828754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8pPr>
            <a:lvl9pPr marL="2438339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sv-SE" sz="5000" kern="0" dirty="0" err="1">
                <a:solidFill>
                  <a:srgbClr val="FFCC33">
                    <a:alpha val="50000"/>
                  </a:srgbClr>
                </a:solidFill>
              </a:rPr>
              <a:t>First</a:t>
            </a:r>
            <a:r>
              <a:rPr lang="sv-SE" sz="5000" kern="0" dirty="0"/>
              <a:t> </a:t>
            </a:r>
            <a:r>
              <a:rPr lang="sv-SE" sz="5000" kern="0" dirty="0">
                <a:solidFill>
                  <a:srgbClr val="FFCC33">
                    <a:alpha val="50000"/>
                  </a:srgbClr>
                </a:solidFill>
              </a:rPr>
              <a:t>star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4AEFB542-3AB7-E741-8DA9-4DD53F83F0D3}"/>
              </a:ext>
            </a:extLst>
          </p:cNvPr>
          <p:cNvSpPr txBox="1">
            <a:spLocks/>
          </p:cNvSpPr>
          <p:nvPr/>
        </p:nvSpPr>
        <p:spPr>
          <a:xfrm>
            <a:off x="3867350" y="1448868"/>
            <a:ext cx="3158663" cy="1492623"/>
          </a:xfrm>
          <a:prstGeom prst="rect">
            <a:avLst/>
          </a:prstGeom>
        </p:spPr>
        <p:txBody>
          <a:bodyPr lIns="121920" tIns="60960" rIns="121920" bIns="60960" anchor="t">
            <a:noAutofit/>
          </a:bodyPr>
          <a:lstStyle>
            <a:lvl1pPr algn="l" rtl="0" eaLnBrk="1" fontAlgn="base" hangingPunct="1">
              <a:lnSpc>
                <a:spcPts val="7706"/>
              </a:lnSpc>
              <a:spcBef>
                <a:spcPct val="30000"/>
              </a:spcBef>
              <a:spcAft>
                <a:spcPct val="30000"/>
              </a:spcAft>
              <a:defRPr sz="7200" b="1" spc="0">
                <a:solidFill>
                  <a:srgbClr val="FFCC33"/>
                </a:solidFill>
                <a:latin typeface="Arial"/>
                <a:ea typeface="ＭＳ Ｐゴシック" charset="0"/>
                <a:cs typeface="Arial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609585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6pPr>
            <a:lvl7pPr marL="121917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7pPr>
            <a:lvl8pPr marL="1828754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8pPr>
            <a:lvl9pPr marL="2438339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sv-SE" sz="5000" kern="0" dirty="0">
                <a:solidFill>
                  <a:srgbClr val="FFCC33">
                    <a:alpha val="50000"/>
                  </a:srgbClr>
                </a:solidFill>
              </a:rPr>
              <a:t>Day 1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3C22CBE-63C3-E48D-D65C-86AD3F193E3F}"/>
              </a:ext>
            </a:extLst>
          </p:cNvPr>
          <p:cNvSpPr txBox="1">
            <a:spLocks/>
          </p:cNvSpPr>
          <p:nvPr/>
        </p:nvSpPr>
        <p:spPr>
          <a:xfrm>
            <a:off x="6315635" y="1448868"/>
            <a:ext cx="2047812" cy="1492623"/>
          </a:xfrm>
          <a:prstGeom prst="rect">
            <a:avLst/>
          </a:prstGeom>
        </p:spPr>
        <p:txBody>
          <a:bodyPr lIns="121920" tIns="60960" rIns="121920" bIns="60960" anchor="t">
            <a:noAutofit/>
          </a:bodyPr>
          <a:lstStyle>
            <a:lvl1pPr algn="l" rtl="0" eaLnBrk="1" fontAlgn="base" hangingPunct="1">
              <a:lnSpc>
                <a:spcPts val="7706"/>
              </a:lnSpc>
              <a:spcBef>
                <a:spcPct val="30000"/>
              </a:spcBef>
              <a:spcAft>
                <a:spcPct val="30000"/>
              </a:spcAft>
              <a:defRPr sz="7200" b="1" spc="0">
                <a:solidFill>
                  <a:srgbClr val="FFCC33"/>
                </a:solidFill>
                <a:latin typeface="Arial"/>
                <a:ea typeface="ＭＳ Ｐゴシック" charset="0"/>
                <a:cs typeface="Arial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609585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6pPr>
            <a:lvl7pPr marL="121917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7pPr>
            <a:lvl8pPr marL="1828754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8pPr>
            <a:lvl9pPr marL="2438339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sv-SE" sz="5000" kern="0" dirty="0">
                <a:solidFill>
                  <a:srgbClr val="FFCC33">
                    <a:alpha val="50000"/>
                  </a:srgbClr>
                </a:solidFill>
              </a:rPr>
              <a:t>1:13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8B47A478-419B-DF0C-BBD6-C42AC8E3E1F8}"/>
              </a:ext>
            </a:extLst>
          </p:cNvPr>
          <p:cNvSpPr txBox="1">
            <a:spLocks/>
          </p:cNvSpPr>
          <p:nvPr/>
        </p:nvSpPr>
        <p:spPr>
          <a:xfrm>
            <a:off x="2543735" y="552797"/>
            <a:ext cx="6909547" cy="1492623"/>
          </a:xfrm>
          <a:prstGeom prst="rect">
            <a:avLst/>
          </a:prstGeom>
        </p:spPr>
        <p:txBody>
          <a:bodyPr lIns="121920" tIns="60960" rIns="121920" bIns="60960" anchor="t">
            <a:noAutofit/>
          </a:bodyPr>
          <a:lstStyle>
            <a:lvl1pPr algn="l" rtl="0" eaLnBrk="1" fontAlgn="base" hangingPunct="1">
              <a:lnSpc>
                <a:spcPts val="7706"/>
              </a:lnSpc>
              <a:spcBef>
                <a:spcPct val="30000"/>
              </a:spcBef>
              <a:spcAft>
                <a:spcPct val="30000"/>
              </a:spcAft>
              <a:defRPr sz="7200" b="1" spc="0">
                <a:solidFill>
                  <a:srgbClr val="FFCC33"/>
                </a:solidFill>
                <a:latin typeface="Arial"/>
                <a:ea typeface="ＭＳ Ｐゴシック" charset="0"/>
                <a:cs typeface="Arial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609585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6pPr>
            <a:lvl7pPr marL="121917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7pPr>
            <a:lvl8pPr marL="1828754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8pPr>
            <a:lvl9pPr marL="2438339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sv-SE" sz="5000" kern="0" dirty="0" err="1"/>
              <a:t>Easiest</a:t>
            </a:r>
            <a:r>
              <a:rPr lang="sv-SE" sz="5000" kern="0" dirty="0"/>
              <a:t>/</a:t>
            </a:r>
            <a:r>
              <a:rPr lang="sv-SE" sz="5000" kern="0" dirty="0" err="1"/>
              <a:t>Hardest</a:t>
            </a:r>
            <a:r>
              <a:rPr lang="sv-SE" sz="5000" kern="0" dirty="0"/>
              <a:t> stars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E4280170-F3C5-F7BE-A8BA-FDEF9B9DE842}"/>
              </a:ext>
            </a:extLst>
          </p:cNvPr>
          <p:cNvSpPr txBox="1">
            <a:spLocks/>
          </p:cNvSpPr>
          <p:nvPr/>
        </p:nvSpPr>
        <p:spPr>
          <a:xfrm>
            <a:off x="615092" y="2112254"/>
            <a:ext cx="3538492" cy="1492623"/>
          </a:xfrm>
          <a:prstGeom prst="rect">
            <a:avLst/>
          </a:prstGeom>
        </p:spPr>
        <p:txBody>
          <a:bodyPr lIns="121920" tIns="60960" rIns="121920" bIns="60960" anchor="t">
            <a:noAutofit/>
          </a:bodyPr>
          <a:lstStyle>
            <a:lvl1pPr algn="l" rtl="0" eaLnBrk="1" fontAlgn="base" hangingPunct="1">
              <a:lnSpc>
                <a:spcPts val="7706"/>
              </a:lnSpc>
              <a:spcBef>
                <a:spcPct val="30000"/>
              </a:spcBef>
              <a:spcAft>
                <a:spcPct val="30000"/>
              </a:spcAft>
              <a:defRPr sz="7200" b="1" spc="0">
                <a:solidFill>
                  <a:srgbClr val="FFCC33"/>
                </a:solidFill>
                <a:latin typeface="Arial"/>
                <a:ea typeface="ＭＳ Ｐゴシック" charset="0"/>
                <a:cs typeface="Arial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609585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6pPr>
            <a:lvl7pPr marL="121917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7pPr>
            <a:lvl8pPr marL="1828754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8pPr>
            <a:lvl9pPr marL="2438339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sv-SE" sz="5000" kern="0" dirty="0" err="1">
                <a:solidFill>
                  <a:srgbClr val="FFCC33">
                    <a:alpha val="50000"/>
                  </a:srgbClr>
                </a:solidFill>
              </a:rPr>
              <a:t>Both</a:t>
            </a:r>
            <a:r>
              <a:rPr lang="sv-SE" sz="5000" kern="0" dirty="0"/>
              <a:t> </a:t>
            </a:r>
            <a:r>
              <a:rPr lang="sv-SE" sz="5000" kern="0" dirty="0">
                <a:solidFill>
                  <a:srgbClr val="FFCC33">
                    <a:alpha val="50000"/>
                  </a:srgbClr>
                </a:solidFill>
              </a:rPr>
              <a:t>stars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C726B449-0CC2-D314-FEA5-347F413FE4CF}"/>
              </a:ext>
            </a:extLst>
          </p:cNvPr>
          <p:cNvSpPr txBox="1">
            <a:spLocks/>
          </p:cNvSpPr>
          <p:nvPr/>
        </p:nvSpPr>
        <p:spPr>
          <a:xfrm>
            <a:off x="3885280" y="2112254"/>
            <a:ext cx="3158663" cy="1492623"/>
          </a:xfrm>
          <a:prstGeom prst="rect">
            <a:avLst/>
          </a:prstGeom>
        </p:spPr>
        <p:txBody>
          <a:bodyPr lIns="121920" tIns="60960" rIns="121920" bIns="60960" anchor="t">
            <a:noAutofit/>
          </a:bodyPr>
          <a:lstStyle>
            <a:lvl1pPr algn="l" rtl="0" eaLnBrk="1" fontAlgn="base" hangingPunct="1">
              <a:lnSpc>
                <a:spcPts val="7706"/>
              </a:lnSpc>
              <a:spcBef>
                <a:spcPct val="30000"/>
              </a:spcBef>
              <a:spcAft>
                <a:spcPct val="30000"/>
              </a:spcAft>
              <a:defRPr sz="7200" b="1" spc="0">
                <a:solidFill>
                  <a:srgbClr val="FFCC33"/>
                </a:solidFill>
                <a:latin typeface="Arial"/>
                <a:ea typeface="ＭＳ Ｐゴシック" charset="0"/>
                <a:cs typeface="Arial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609585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6pPr>
            <a:lvl7pPr marL="121917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7pPr>
            <a:lvl8pPr marL="1828754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8pPr>
            <a:lvl9pPr marL="2438339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sv-SE" sz="5000" kern="0" dirty="0">
                <a:solidFill>
                  <a:srgbClr val="FFCC33">
                    <a:alpha val="50000"/>
                  </a:srgbClr>
                </a:solidFill>
              </a:rPr>
              <a:t>Day 1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AB0E4DA3-13B8-6770-FAE3-7AB88428A112}"/>
              </a:ext>
            </a:extLst>
          </p:cNvPr>
          <p:cNvSpPr txBox="1">
            <a:spLocks/>
          </p:cNvSpPr>
          <p:nvPr/>
        </p:nvSpPr>
        <p:spPr>
          <a:xfrm>
            <a:off x="6333565" y="2112254"/>
            <a:ext cx="2047812" cy="1492623"/>
          </a:xfrm>
          <a:prstGeom prst="rect">
            <a:avLst/>
          </a:prstGeom>
        </p:spPr>
        <p:txBody>
          <a:bodyPr lIns="121920" tIns="60960" rIns="121920" bIns="60960" anchor="t">
            <a:noAutofit/>
          </a:bodyPr>
          <a:lstStyle>
            <a:lvl1pPr algn="l" rtl="0" eaLnBrk="1" fontAlgn="base" hangingPunct="1">
              <a:lnSpc>
                <a:spcPts val="7706"/>
              </a:lnSpc>
              <a:spcBef>
                <a:spcPct val="30000"/>
              </a:spcBef>
              <a:spcAft>
                <a:spcPct val="30000"/>
              </a:spcAft>
              <a:defRPr sz="7200" b="1" spc="0">
                <a:solidFill>
                  <a:srgbClr val="FFCC33"/>
                </a:solidFill>
                <a:latin typeface="Arial"/>
                <a:ea typeface="ＭＳ Ｐゴシック" charset="0"/>
                <a:cs typeface="Arial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609585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6pPr>
            <a:lvl7pPr marL="121917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7pPr>
            <a:lvl8pPr marL="1828754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8pPr>
            <a:lvl9pPr marL="2438339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sv-SE" sz="5000" kern="0" dirty="0">
                <a:solidFill>
                  <a:srgbClr val="FFCC33">
                    <a:alpha val="50000"/>
                  </a:srgbClr>
                </a:solidFill>
              </a:rPr>
              <a:t>3:05</a:t>
            </a:r>
          </a:p>
        </p:txBody>
      </p:sp>
    </p:spTree>
    <p:extLst>
      <p:ext uri="{BB962C8B-B14F-4D97-AF65-F5344CB8AC3E}">
        <p14:creationId xmlns:p14="http://schemas.microsoft.com/office/powerpoint/2010/main" val="365776342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AEAFC0-E989-FDEF-2E6A-87C8083766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180FBC26-BA25-8073-CE39-EAFDF0A02D87}"/>
              </a:ext>
            </a:extLst>
          </p:cNvPr>
          <p:cNvSpPr txBox="1">
            <a:spLocks/>
          </p:cNvSpPr>
          <p:nvPr/>
        </p:nvSpPr>
        <p:spPr>
          <a:xfrm>
            <a:off x="597162" y="1448868"/>
            <a:ext cx="3158663" cy="1492623"/>
          </a:xfrm>
          <a:prstGeom prst="rect">
            <a:avLst/>
          </a:prstGeom>
        </p:spPr>
        <p:txBody>
          <a:bodyPr lIns="121920" tIns="60960" rIns="121920" bIns="60960" anchor="t">
            <a:noAutofit/>
          </a:bodyPr>
          <a:lstStyle>
            <a:lvl1pPr algn="l" rtl="0" eaLnBrk="1" fontAlgn="base" hangingPunct="1">
              <a:lnSpc>
                <a:spcPts val="7706"/>
              </a:lnSpc>
              <a:spcBef>
                <a:spcPct val="30000"/>
              </a:spcBef>
              <a:spcAft>
                <a:spcPct val="30000"/>
              </a:spcAft>
              <a:defRPr sz="7200" b="1" spc="0">
                <a:solidFill>
                  <a:srgbClr val="FFCC33"/>
                </a:solidFill>
                <a:latin typeface="Arial"/>
                <a:ea typeface="ＭＳ Ｐゴシック" charset="0"/>
                <a:cs typeface="Arial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609585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6pPr>
            <a:lvl7pPr marL="121917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7pPr>
            <a:lvl8pPr marL="1828754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8pPr>
            <a:lvl9pPr marL="2438339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sv-SE" sz="5000" kern="0" dirty="0" err="1">
                <a:solidFill>
                  <a:srgbClr val="FFCC33">
                    <a:alpha val="50000"/>
                  </a:srgbClr>
                </a:solidFill>
              </a:rPr>
              <a:t>First</a:t>
            </a:r>
            <a:r>
              <a:rPr lang="sv-SE" sz="5000" kern="0" dirty="0"/>
              <a:t> </a:t>
            </a:r>
            <a:r>
              <a:rPr lang="sv-SE" sz="5000" kern="0" dirty="0">
                <a:solidFill>
                  <a:srgbClr val="FFCC33">
                    <a:alpha val="50000"/>
                  </a:srgbClr>
                </a:solidFill>
              </a:rPr>
              <a:t>star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D3FE8933-54FB-F903-7A68-7A99CA0DD6BB}"/>
              </a:ext>
            </a:extLst>
          </p:cNvPr>
          <p:cNvSpPr txBox="1">
            <a:spLocks/>
          </p:cNvSpPr>
          <p:nvPr/>
        </p:nvSpPr>
        <p:spPr>
          <a:xfrm>
            <a:off x="3867350" y="1448868"/>
            <a:ext cx="3158663" cy="1492623"/>
          </a:xfrm>
          <a:prstGeom prst="rect">
            <a:avLst/>
          </a:prstGeom>
        </p:spPr>
        <p:txBody>
          <a:bodyPr lIns="121920" tIns="60960" rIns="121920" bIns="60960" anchor="t">
            <a:noAutofit/>
          </a:bodyPr>
          <a:lstStyle>
            <a:lvl1pPr algn="l" rtl="0" eaLnBrk="1" fontAlgn="base" hangingPunct="1">
              <a:lnSpc>
                <a:spcPts val="7706"/>
              </a:lnSpc>
              <a:spcBef>
                <a:spcPct val="30000"/>
              </a:spcBef>
              <a:spcAft>
                <a:spcPct val="30000"/>
              </a:spcAft>
              <a:defRPr sz="7200" b="1" spc="0">
                <a:solidFill>
                  <a:srgbClr val="FFCC33"/>
                </a:solidFill>
                <a:latin typeface="Arial"/>
                <a:ea typeface="ＭＳ Ｐゴシック" charset="0"/>
                <a:cs typeface="Arial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609585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6pPr>
            <a:lvl7pPr marL="121917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7pPr>
            <a:lvl8pPr marL="1828754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8pPr>
            <a:lvl9pPr marL="2438339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sv-SE" sz="5000" kern="0" dirty="0">
                <a:solidFill>
                  <a:srgbClr val="FFCC33">
                    <a:alpha val="50000"/>
                  </a:srgbClr>
                </a:solidFill>
              </a:rPr>
              <a:t>Day 1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CF0FEBC4-315F-7822-E9FB-CBF761A609E3}"/>
              </a:ext>
            </a:extLst>
          </p:cNvPr>
          <p:cNvSpPr txBox="1">
            <a:spLocks/>
          </p:cNvSpPr>
          <p:nvPr/>
        </p:nvSpPr>
        <p:spPr>
          <a:xfrm>
            <a:off x="6315635" y="1448868"/>
            <a:ext cx="2047812" cy="1492623"/>
          </a:xfrm>
          <a:prstGeom prst="rect">
            <a:avLst/>
          </a:prstGeom>
        </p:spPr>
        <p:txBody>
          <a:bodyPr lIns="121920" tIns="60960" rIns="121920" bIns="60960" anchor="t">
            <a:noAutofit/>
          </a:bodyPr>
          <a:lstStyle>
            <a:lvl1pPr algn="l" rtl="0" eaLnBrk="1" fontAlgn="base" hangingPunct="1">
              <a:lnSpc>
                <a:spcPts val="7706"/>
              </a:lnSpc>
              <a:spcBef>
                <a:spcPct val="30000"/>
              </a:spcBef>
              <a:spcAft>
                <a:spcPct val="30000"/>
              </a:spcAft>
              <a:defRPr sz="7200" b="1" spc="0">
                <a:solidFill>
                  <a:srgbClr val="FFCC33"/>
                </a:solidFill>
                <a:latin typeface="Arial"/>
                <a:ea typeface="ＭＳ Ｐゴシック" charset="0"/>
                <a:cs typeface="Arial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609585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6pPr>
            <a:lvl7pPr marL="121917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7pPr>
            <a:lvl8pPr marL="1828754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8pPr>
            <a:lvl9pPr marL="2438339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sv-SE" sz="5000" kern="0" dirty="0">
                <a:solidFill>
                  <a:srgbClr val="FFCC33">
                    <a:alpha val="50000"/>
                  </a:srgbClr>
                </a:solidFill>
              </a:rPr>
              <a:t>1:13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560E12D8-6671-255C-1F77-6FB3DF711C12}"/>
              </a:ext>
            </a:extLst>
          </p:cNvPr>
          <p:cNvSpPr txBox="1">
            <a:spLocks/>
          </p:cNvSpPr>
          <p:nvPr/>
        </p:nvSpPr>
        <p:spPr>
          <a:xfrm>
            <a:off x="2543735" y="552797"/>
            <a:ext cx="6909547" cy="1492623"/>
          </a:xfrm>
          <a:prstGeom prst="rect">
            <a:avLst/>
          </a:prstGeom>
        </p:spPr>
        <p:txBody>
          <a:bodyPr lIns="121920" tIns="60960" rIns="121920" bIns="60960" anchor="t">
            <a:noAutofit/>
          </a:bodyPr>
          <a:lstStyle>
            <a:lvl1pPr algn="l" rtl="0" eaLnBrk="1" fontAlgn="base" hangingPunct="1">
              <a:lnSpc>
                <a:spcPts val="7706"/>
              </a:lnSpc>
              <a:spcBef>
                <a:spcPct val="30000"/>
              </a:spcBef>
              <a:spcAft>
                <a:spcPct val="30000"/>
              </a:spcAft>
              <a:defRPr sz="7200" b="1" spc="0">
                <a:solidFill>
                  <a:srgbClr val="FFCC33"/>
                </a:solidFill>
                <a:latin typeface="Arial"/>
                <a:ea typeface="ＭＳ Ｐゴシック" charset="0"/>
                <a:cs typeface="Arial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609585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6pPr>
            <a:lvl7pPr marL="121917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7pPr>
            <a:lvl8pPr marL="1828754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8pPr>
            <a:lvl9pPr marL="2438339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sv-SE" sz="5000" kern="0" dirty="0" err="1"/>
              <a:t>Easiest</a:t>
            </a:r>
            <a:r>
              <a:rPr lang="sv-SE" sz="5000" kern="0" dirty="0"/>
              <a:t>/</a:t>
            </a:r>
            <a:r>
              <a:rPr lang="sv-SE" sz="5000" kern="0" dirty="0" err="1"/>
              <a:t>Hardest</a:t>
            </a:r>
            <a:r>
              <a:rPr lang="sv-SE" sz="5000" kern="0" dirty="0"/>
              <a:t> stars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6CBBE605-FE51-0236-13CA-912C82ED265F}"/>
              </a:ext>
            </a:extLst>
          </p:cNvPr>
          <p:cNvSpPr txBox="1">
            <a:spLocks/>
          </p:cNvSpPr>
          <p:nvPr/>
        </p:nvSpPr>
        <p:spPr>
          <a:xfrm>
            <a:off x="615092" y="2112254"/>
            <a:ext cx="3538492" cy="1492623"/>
          </a:xfrm>
          <a:prstGeom prst="rect">
            <a:avLst/>
          </a:prstGeom>
        </p:spPr>
        <p:txBody>
          <a:bodyPr lIns="121920" tIns="60960" rIns="121920" bIns="60960" anchor="t">
            <a:noAutofit/>
          </a:bodyPr>
          <a:lstStyle>
            <a:lvl1pPr algn="l" rtl="0" eaLnBrk="1" fontAlgn="base" hangingPunct="1">
              <a:lnSpc>
                <a:spcPts val="7706"/>
              </a:lnSpc>
              <a:spcBef>
                <a:spcPct val="30000"/>
              </a:spcBef>
              <a:spcAft>
                <a:spcPct val="30000"/>
              </a:spcAft>
              <a:defRPr sz="7200" b="1" spc="0">
                <a:solidFill>
                  <a:srgbClr val="FFCC33"/>
                </a:solidFill>
                <a:latin typeface="Arial"/>
                <a:ea typeface="ＭＳ Ｐゴシック" charset="0"/>
                <a:cs typeface="Arial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609585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6pPr>
            <a:lvl7pPr marL="121917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7pPr>
            <a:lvl8pPr marL="1828754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8pPr>
            <a:lvl9pPr marL="2438339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sv-SE" sz="5000" kern="0" dirty="0" err="1">
                <a:solidFill>
                  <a:srgbClr val="FFCC33">
                    <a:alpha val="50000"/>
                  </a:srgbClr>
                </a:solidFill>
              </a:rPr>
              <a:t>Both</a:t>
            </a:r>
            <a:r>
              <a:rPr lang="sv-SE" sz="5000" kern="0" dirty="0"/>
              <a:t> </a:t>
            </a:r>
            <a:r>
              <a:rPr lang="sv-SE" sz="5000" kern="0" dirty="0">
                <a:solidFill>
                  <a:srgbClr val="FFCC33">
                    <a:alpha val="50000"/>
                  </a:srgbClr>
                </a:solidFill>
              </a:rPr>
              <a:t>stars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5556E31B-3628-BDD5-CC04-743EE8CEEF80}"/>
              </a:ext>
            </a:extLst>
          </p:cNvPr>
          <p:cNvSpPr txBox="1">
            <a:spLocks/>
          </p:cNvSpPr>
          <p:nvPr/>
        </p:nvSpPr>
        <p:spPr>
          <a:xfrm>
            <a:off x="3885280" y="2112254"/>
            <a:ext cx="3158663" cy="1492623"/>
          </a:xfrm>
          <a:prstGeom prst="rect">
            <a:avLst/>
          </a:prstGeom>
        </p:spPr>
        <p:txBody>
          <a:bodyPr lIns="121920" tIns="60960" rIns="121920" bIns="60960" anchor="t">
            <a:noAutofit/>
          </a:bodyPr>
          <a:lstStyle>
            <a:lvl1pPr algn="l" rtl="0" eaLnBrk="1" fontAlgn="base" hangingPunct="1">
              <a:lnSpc>
                <a:spcPts val="7706"/>
              </a:lnSpc>
              <a:spcBef>
                <a:spcPct val="30000"/>
              </a:spcBef>
              <a:spcAft>
                <a:spcPct val="30000"/>
              </a:spcAft>
              <a:defRPr sz="7200" b="1" spc="0">
                <a:solidFill>
                  <a:srgbClr val="FFCC33"/>
                </a:solidFill>
                <a:latin typeface="Arial"/>
                <a:ea typeface="ＭＳ Ｐゴシック" charset="0"/>
                <a:cs typeface="Arial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609585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6pPr>
            <a:lvl7pPr marL="121917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7pPr>
            <a:lvl8pPr marL="1828754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8pPr>
            <a:lvl9pPr marL="2438339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sv-SE" sz="5000" kern="0" dirty="0">
                <a:solidFill>
                  <a:srgbClr val="FFCC33">
                    <a:alpha val="50000"/>
                  </a:srgbClr>
                </a:solidFill>
              </a:rPr>
              <a:t>Day 1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59D2C947-36D9-59D9-BD1E-141A37D7E4D4}"/>
              </a:ext>
            </a:extLst>
          </p:cNvPr>
          <p:cNvSpPr txBox="1">
            <a:spLocks/>
          </p:cNvSpPr>
          <p:nvPr/>
        </p:nvSpPr>
        <p:spPr>
          <a:xfrm>
            <a:off x="6333565" y="2112254"/>
            <a:ext cx="2047812" cy="1492623"/>
          </a:xfrm>
          <a:prstGeom prst="rect">
            <a:avLst/>
          </a:prstGeom>
        </p:spPr>
        <p:txBody>
          <a:bodyPr lIns="121920" tIns="60960" rIns="121920" bIns="60960" anchor="t">
            <a:noAutofit/>
          </a:bodyPr>
          <a:lstStyle>
            <a:lvl1pPr algn="l" rtl="0" eaLnBrk="1" fontAlgn="base" hangingPunct="1">
              <a:lnSpc>
                <a:spcPts val="7706"/>
              </a:lnSpc>
              <a:spcBef>
                <a:spcPct val="30000"/>
              </a:spcBef>
              <a:spcAft>
                <a:spcPct val="30000"/>
              </a:spcAft>
              <a:defRPr sz="7200" b="1" spc="0">
                <a:solidFill>
                  <a:srgbClr val="FFCC33"/>
                </a:solidFill>
                <a:latin typeface="Arial"/>
                <a:ea typeface="ＭＳ Ｐゴシック" charset="0"/>
                <a:cs typeface="Arial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609585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6pPr>
            <a:lvl7pPr marL="121917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7pPr>
            <a:lvl8pPr marL="1828754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8pPr>
            <a:lvl9pPr marL="2438339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sv-SE" sz="5000" kern="0" dirty="0">
                <a:solidFill>
                  <a:srgbClr val="FFCC33">
                    <a:alpha val="50000"/>
                  </a:srgbClr>
                </a:solidFill>
              </a:rPr>
              <a:t>3:05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039CA40-624F-D2C2-7156-2FFF2A5AAC91}"/>
              </a:ext>
            </a:extLst>
          </p:cNvPr>
          <p:cNvSpPr txBox="1">
            <a:spLocks/>
          </p:cNvSpPr>
          <p:nvPr/>
        </p:nvSpPr>
        <p:spPr>
          <a:xfrm>
            <a:off x="2319945" y="3319957"/>
            <a:ext cx="3538492" cy="1492623"/>
          </a:xfrm>
          <a:prstGeom prst="rect">
            <a:avLst/>
          </a:prstGeom>
        </p:spPr>
        <p:txBody>
          <a:bodyPr lIns="121920" tIns="60960" rIns="121920" bIns="60960" anchor="t">
            <a:noAutofit/>
          </a:bodyPr>
          <a:lstStyle>
            <a:lvl1pPr algn="l" rtl="0" eaLnBrk="1" fontAlgn="base" hangingPunct="1">
              <a:lnSpc>
                <a:spcPts val="7706"/>
              </a:lnSpc>
              <a:spcBef>
                <a:spcPct val="30000"/>
              </a:spcBef>
              <a:spcAft>
                <a:spcPct val="30000"/>
              </a:spcAft>
              <a:defRPr sz="7200" b="1" spc="0">
                <a:solidFill>
                  <a:srgbClr val="FFCC33"/>
                </a:solidFill>
                <a:latin typeface="Arial"/>
                <a:ea typeface="ＭＳ Ｐゴシック" charset="0"/>
                <a:cs typeface="Arial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609585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6pPr>
            <a:lvl7pPr marL="121917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7pPr>
            <a:lvl8pPr marL="1828754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8pPr>
            <a:lvl9pPr marL="2438339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sv-SE" sz="5000" kern="0" dirty="0" err="1"/>
              <a:t>First</a:t>
            </a:r>
            <a:r>
              <a:rPr lang="sv-SE" sz="5000" kern="0" dirty="0"/>
              <a:t> star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41A20064-4E81-0013-776D-560C9EA73C51}"/>
              </a:ext>
            </a:extLst>
          </p:cNvPr>
          <p:cNvSpPr txBox="1">
            <a:spLocks/>
          </p:cNvSpPr>
          <p:nvPr/>
        </p:nvSpPr>
        <p:spPr>
          <a:xfrm>
            <a:off x="5858436" y="3319958"/>
            <a:ext cx="3158663" cy="1492623"/>
          </a:xfrm>
          <a:prstGeom prst="rect">
            <a:avLst/>
          </a:prstGeom>
        </p:spPr>
        <p:txBody>
          <a:bodyPr lIns="121920" tIns="60960" rIns="121920" bIns="60960" anchor="t">
            <a:noAutofit/>
          </a:bodyPr>
          <a:lstStyle>
            <a:lvl1pPr algn="l" rtl="0" eaLnBrk="1" fontAlgn="base" hangingPunct="1">
              <a:lnSpc>
                <a:spcPts val="7706"/>
              </a:lnSpc>
              <a:spcBef>
                <a:spcPct val="30000"/>
              </a:spcBef>
              <a:spcAft>
                <a:spcPct val="30000"/>
              </a:spcAft>
              <a:defRPr sz="7200" b="1" spc="0">
                <a:solidFill>
                  <a:srgbClr val="FFCC33"/>
                </a:solidFill>
                <a:latin typeface="Arial"/>
                <a:ea typeface="ＭＳ Ｐゴシック" charset="0"/>
                <a:cs typeface="Arial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609585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6pPr>
            <a:lvl7pPr marL="121917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7pPr>
            <a:lvl8pPr marL="1828754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8pPr>
            <a:lvl9pPr marL="2438339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sv-SE" sz="5000" kern="0" dirty="0"/>
              <a:t>Day 21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4951EB15-C59F-535A-0EED-6A0C3CC61A62}"/>
              </a:ext>
            </a:extLst>
          </p:cNvPr>
          <p:cNvSpPr txBox="1">
            <a:spLocks/>
          </p:cNvSpPr>
          <p:nvPr/>
        </p:nvSpPr>
        <p:spPr>
          <a:xfrm>
            <a:off x="1512535" y="4411704"/>
            <a:ext cx="2047812" cy="1492623"/>
          </a:xfrm>
          <a:prstGeom prst="rect">
            <a:avLst/>
          </a:prstGeom>
        </p:spPr>
        <p:txBody>
          <a:bodyPr lIns="121920" tIns="60960" rIns="121920" bIns="60960" anchor="t">
            <a:noAutofit/>
          </a:bodyPr>
          <a:lstStyle>
            <a:lvl1pPr algn="l" rtl="0" eaLnBrk="1" fontAlgn="base" hangingPunct="1">
              <a:lnSpc>
                <a:spcPts val="7706"/>
              </a:lnSpc>
              <a:spcBef>
                <a:spcPct val="30000"/>
              </a:spcBef>
              <a:spcAft>
                <a:spcPct val="30000"/>
              </a:spcAft>
              <a:defRPr sz="7200" b="1" spc="0">
                <a:solidFill>
                  <a:srgbClr val="FFCC33"/>
                </a:solidFill>
                <a:latin typeface="Arial"/>
                <a:ea typeface="ＭＳ Ｐゴシック" charset="0"/>
                <a:cs typeface="Arial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609585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6pPr>
            <a:lvl7pPr marL="121917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7pPr>
            <a:lvl8pPr marL="1828754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8pPr>
            <a:lvl9pPr marL="2438339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sv-SE" sz="5000" kern="0" dirty="0"/>
              <a:t>46:18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8D73083-811F-993D-BE4C-8A9882508905}"/>
              </a:ext>
            </a:extLst>
          </p:cNvPr>
          <p:cNvSpPr txBox="1">
            <a:spLocks/>
          </p:cNvSpPr>
          <p:nvPr/>
        </p:nvSpPr>
        <p:spPr>
          <a:xfrm>
            <a:off x="3310069" y="4425151"/>
            <a:ext cx="7207000" cy="1492623"/>
          </a:xfrm>
          <a:prstGeom prst="rect">
            <a:avLst/>
          </a:prstGeom>
        </p:spPr>
        <p:txBody>
          <a:bodyPr lIns="121920" tIns="60960" rIns="121920" bIns="60960" anchor="t">
            <a:noAutofit/>
          </a:bodyPr>
          <a:lstStyle>
            <a:lvl1pPr algn="l" rtl="0" eaLnBrk="1" fontAlgn="base" hangingPunct="1">
              <a:lnSpc>
                <a:spcPts val="7706"/>
              </a:lnSpc>
              <a:spcBef>
                <a:spcPct val="30000"/>
              </a:spcBef>
              <a:spcAft>
                <a:spcPct val="30000"/>
              </a:spcAft>
              <a:defRPr sz="7200" b="1" spc="0">
                <a:solidFill>
                  <a:srgbClr val="FFCC33"/>
                </a:solidFill>
                <a:latin typeface="Arial"/>
                <a:ea typeface="ＭＳ Ｐゴシック" charset="0"/>
                <a:cs typeface="Arial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609585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6pPr>
            <a:lvl7pPr marL="121917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7pPr>
            <a:lvl8pPr marL="1828754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8pPr>
            <a:lvl9pPr marL="2438339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GB" sz="5000" dirty="0"/>
              <a:t>Emanuel </a:t>
            </a:r>
            <a:r>
              <a:rPr lang="en-GB" sz="5000" dirty="0" err="1"/>
              <a:t>Särnhammar</a:t>
            </a:r>
            <a:endParaRPr lang="sv-SE" sz="5000" kern="0" dirty="0"/>
          </a:p>
        </p:txBody>
      </p:sp>
    </p:spTree>
    <p:extLst>
      <p:ext uri="{BB962C8B-B14F-4D97-AF65-F5344CB8AC3E}">
        <p14:creationId xmlns:p14="http://schemas.microsoft.com/office/powerpoint/2010/main" val="33203052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6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E0AD53-71DA-F9DC-7506-10D40CC859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1AB544D7-3E48-ADB8-BFBD-A19758166099}"/>
              </a:ext>
            </a:extLst>
          </p:cNvPr>
          <p:cNvSpPr txBox="1">
            <a:spLocks/>
          </p:cNvSpPr>
          <p:nvPr/>
        </p:nvSpPr>
        <p:spPr>
          <a:xfrm>
            <a:off x="597162" y="1448868"/>
            <a:ext cx="3158663" cy="1492623"/>
          </a:xfrm>
          <a:prstGeom prst="rect">
            <a:avLst/>
          </a:prstGeom>
        </p:spPr>
        <p:txBody>
          <a:bodyPr lIns="121920" tIns="60960" rIns="121920" bIns="60960" anchor="t">
            <a:noAutofit/>
          </a:bodyPr>
          <a:lstStyle>
            <a:lvl1pPr algn="l" rtl="0" eaLnBrk="1" fontAlgn="base" hangingPunct="1">
              <a:lnSpc>
                <a:spcPts val="7706"/>
              </a:lnSpc>
              <a:spcBef>
                <a:spcPct val="30000"/>
              </a:spcBef>
              <a:spcAft>
                <a:spcPct val="30000"/>
              </a:spcAft>
              <a:defRPr sz="7200" b="1" spc="0">
                <a:solidFill>
                  <a:srgbClr val="FFCC33"/>
                </a:solidFill>
                <a:latin typeface="Arial"/>
                <a:ea typeface="ＭＳ Ｐゴシック" charset="0"/>
                <a:cs typeface="Arial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609585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6pPr>
            <a:lvl7pPr marL="121917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7pPr>
            <a:lvl8pPr marL="1828754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8pPr>
            <a:lvl9pPr marL="2438339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sv-SE" sz="5000" kern="0" dirty="0" err="1">
                <a:solidFill>
                  <a:srgbClr val="FFCC33">
                    <a:alpha val="50000"/>
                  </a:srgbClr>
                </a:solidFill>
              </a:rPr>
              <a:t>First</a:t>
            </a:r>
            <a:r>
              <a:rPr lang="sv-SE" sz="5000" kern="0" dirty="0"/>
              <a:t> </a:t>
            </a:r>
            <a:r>
              <a:rPr lang="sv-SE" sz="5000" kern="0" dirty="0">
                <a:solidFill>
                  <a:srgbClr val="FFCC33">
                    <a:alpha val="50000"/>
                  </a:srgbClr>
                </a:solidFill>
              </a:rPr>
              <a:t>star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B7D50DCC-5FAB-5487-AB72-1714D1E7A0FF}"/>
              </a:ext>
            </a:extLst>
          </p:cNvPr>
          <p:cNvSpPr txBox="1">
            <a:spLocks/>
          </p:cNvSpPr>
          <p:nvPr/>
        </p:nvSpPr>
        <p:spPr>
          <a:xfrm>
            <a:off x="3867350" y="1448868"/>
            <a:ext cx="3158663" cy="1492623"/>
          </a:xfrm>
          <a:prstGeom prst="rect">
            <a:avLst/>
          </a:prstGeom>
        </p:spPr>
        <p:txBody>
          <a:bodyPr lIns="121920" tIns="60960" rIns="121920" bIns="60960" anchor="t">
            <a:noAutofit/>
          </a:bodyPr>
          <a:lstStyle>
            <a:lvl1pPr algn="l" rtl="0" eaLnBrk="1" fontAlgn="base" hangingPunct="1">
              <a:lnSpc>
                <a:spcPts val="7706"/>
              </a:lnSpc>
              <a:spcBef>
                <a:spcPct val="30000"/>
              </a:spcBef>
              <a:spcAft>
                <a:spcPct val="30000"/>
              </a:spcAft>
              <a:defRPr sz="7200" b="1" spc="0">
                <a:solidFill>
                  <a:srgbClr val="FFCC33"/>
                </a:solidFill>
                <a:latin typeface="Arial"/>
                <a:ea typeface="ＭＳ Ｐゴシック" charset="0"/>
                <a:cs typeface="Arial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609585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6pPr>
            <a:lvl7pPr marL="121917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7pPr>
            <a:lvl8pPr marL="1828754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8pPr>
            <a:lvl9pPr marL="2438339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sv-SE" sz="5000" kern="0" dirty="0">
                <a:solidFill>
                  <a:srgbClr val="FFCC33">
                    <a:alpha val="50000"/>
                  </a:srgbClr>
                </a:solidFill>
              </a:rPr>
              <a:t>Day 1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79910FEE-149B-F787-CBEA-272326CB3F44}"/>
              </a:ext>
            </a:extLst>
          </p:cNvPr>
          <p:cNvSpPr txBox="1">
            <a:spLocks/>
          </p:cNvSpPr>
          <p:nvPr/>
        </p:nvSpPr>
        <p:spPr>
          <a:xfrm>
            <a:off x="6315635" y="1448868"/>
            <a:ext cx="2047812" cy="1492623"/>
          </a:xfrm>
          <a:prstGeom prst="rect">
            <a:avLst/>
          </a:prstGeom>
        </p:spPr>
        <p:txBody>
          <a:bodyPr lIns="121920" tIns="60960" rIns="121920" bIns="60960" anchor="t">
            <a:noAutofit/>
          </a:bodyPr>
          <a:lstStyle>
            <a:lvl1pPr algn="l" rtl="0" eaLnBrk="1" fontAlgn="base" hangingPunct="1">
              <a:lnSpc>
                <a:spcPts val="7706"/>
              </a:lnSpc>
              <a:spcBef>
                <a:spcPct val="30000"/>
              </a:spcBef>
              <a:spcAft>
                <a:spcPct val="30000"/>
              </a:spcAft>
              <a:defRPr sz="7200" b="1" spc="0">
                <a:solidFill>
                  <a:srgbClr val="FFCC33"/>
                </a:solidFill>
                <a:latin typeface="Arial"/>
                <a:ea typeface="ＭＳ Ｐゴシック" charset="0"/>
                <a:cs typeface="Arial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609585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6pPr>
            <a:lvl7pPr marL="121917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7pPr>
            <a:lvl8pPr marL="1828754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8pPr>
            <a:lvl9pPr marL="2438339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sv-SE" sz="5000" kern="0" dirty="0">
                <a:solidFill>
                  <a:srgbClr val="FFCC33">
                    <a:alpha val="50000"/>
                  </a:srgbClr>
                </a:solidFill>
              </a:rPr>
              <a:t>1:13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E49FDB95-35F6-0DE2-234B-EE682AD4864A}"/>
              </a:ext>
            </a:extLst>
          </p:cNvPr>
          <p:cNvSpPr txBox="1">
            <a:spLocks/>
          </p:cNvSpPr>
          <p:nvPr/>
        </p:nvSpPr>
        <p:spPr>
          <a:xfrm>
            <a:off x="2543735" y="552797"/>
            <a:ext cx="6909547" cy="1492623"/>
          </a:xfrm>
          <a:prstGeom prst="rect">
            <a:avLst/>
          </a:prstGeom>
        </p:spPr>
        <p:txBody>
          <a:bodyPr lIns="121920" tIns="60960" rIns="121920" bIns="60960" anchor="t">
            <a:noAutofit/>
          </a:bodyPr>
          <a:lstStyle>
            <a:lvl1pPr algn="l" rtl="0" eaLnBrk="1" fontAlgn="base" hangingPunct="1">
              <a:lnSpc>
                <a:spcPts val="7706"/>
              </a:lnSpc>
              <a:spcBef>
                <a:spcPct val="30000"/>
              </a:spcBef>
              <a:spcAft>
                <a:spcPct val="30000"/>
              </a:spcAft>
              <a:defRPr sz="7200" b="1" spc="0">
                <a:solidFill>
                  <a:srgbClr val="FFCC33"/>
                </a:solidFill>
                <a:latin typeface="Arial"/>
                <a:ea typeface="ＭＳ Ｐゴシック" charset="0"/>
                <a:cs typeface="Arial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609585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6pPr>
            <a:lvl7pPr marL="121917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7pPr>
            <a:lvl8pPr marL="1828754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8pPr>
            <a:lvl9pPr marL="2438339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sv-SE" sz="5000" kern="0" dirty="0" err="1"/>
              <a:t>Easiest</a:t>
            </a:r>
            <a:r>
              <a:rPr lang="sv-SE" sz="5000" kern="0" dirty="0"/>
              <a:t>/</a:t>
            </a:r>
            <a:r>
              <a:rPr lang="sv-SE" sz="5000" kern="0" dirty="0" err="1"/>
              <a:t>Hardest</a:t>
            </a:r>
            <a:r>
              <a:rPr lang="sv-SE" sz="5000" kern="0" dirty="0"/>
              <a:t> stars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EAEACC0C-FF1B-501E-878A-66DA6BF18177}"/>
              </a:ext>
            </a:extLst>
          </p:cNvPr>
          <p:cNvSpPr txBox="1">
            <a:spLocks/>
          </p:cNvSpPr>
          <p:nvPr/>
        </p:nvSpPr>
        <p:spPr>
          <a:xfrm>
            <a:off x="615092" y="2112254"/>
            <a:ext cx="3538492" cy="1492623"/>
          </a:xfrm>
          <a:prstGeom prst="rect">
            <a:avLst/>
          </a:prstGeom>
        </p:spPr>
        <p:txBody>
          <a:bodyPr lIns="121920" tIns="60960" rIns="121920" bIns="60960" anchor="t">
            <a:noAutofit/>
          </a:bodyPr>
          <a:lstStyle>
            <a:lvl1pPr algn="l" rtl="0" eaLnBrk="1" fontAlgn="base" hangingPunct="1">
              <a:lnSpc>
                <a:spcPts val="7706"/>
              </a:lnSpc>
              <a:spcBef>
                <a:spcPct val="30000"/>
              </a:spcBef>
              <a:spcAft>
                <a:spcPct val="30000"/>
              </a:spcAft>
              <a:defRPr sz="7200" b="1" spc="0">
                <a:solidFill>
                  <a:srgbClr val="FFCC33"/>
                </a:solidFill>
                <a:latin typeface="Arial"/>
                <a:ea typeface="ＭＳ Ｐゴシック" charset="0"/>
                <a:cs typeface="Arial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609585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6pPr>
            <a:lvl7pPr marL="121917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7pPr>
            <a:lvl8pPr marL="1828754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8pPr>
            <a:lvl9pPr marL="2438339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sv-SE" sz="5000" kern="0" dirty="0" err="1">
                <a:solidFill>
                  <a:srgbClr val="FFCC33">
                    <a:alpha val="50000"/>
                  </a:srgbClr>
                </a:solidFill>
              </a:rPr>
              <a:t>Both</a:t>
            </a:r>
            <a:r>
              <a:rPr lang="sv-SE" sz="5000" kern="0" dirty="0"/>
              <a:t> </a:t>
            </a:r>
            <a:r>
              <a:rPr lang="sv-SE" sz="5000" kern="0" dirty="0">
                <a:solidFill>
                  <a:srgbClr val="FFCC33">
                    <a:alpha val="50000"/>
                  </a:srgbClr>
                </a:solidFill>
              </a:rPr>
              <a:t>stars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3102D7F6-5467-5F22-B284-DDF23763A3E0}"/>
              </a:ext>
            </a:extLst>
          </p:cNvPr>
          <p:cNvSpPr txBox="1">
            <a:spLocks/>
          </p:cNvSpPr>
          <p:nvPr/>
        </p:nvSpPr>
        <p:spPr>
          <a:xfrm>
            <a:off x="3885280" y="2112254"/>
            <a:ext cx="3158663" cy="1492623"/>
          </a:xfrm>
          <a:prstGeom prst="rect">
            <a:avLst/>
          </a:prstGeom>
        </p:spPr>
        <p:txBody>
          <a:bodyPr lIns="121920" tIns="60960" rIns="121920" bIns="60960" anchor="t">
            <a:noAutofit/>
          </a:bodyPr>
          <a:lstStyle>
            <a:lvl1pPr algn="l" rtl="0" eaLnBrk="1" fontAlgn="base" hangingPunct="1">
              <a:lnSpc>
                <a:spcPts val="7706"/>
              </a:lnSpc>
              <a:spcBef>
                <a:spcPct val="30000"/>
              </a:spcBef>
              <a:spcAft>
                <a:spcPct val="30000"/>
              </a:spcAft>
              <a:defRPr sz="7200" b="1" spc="0">
                <a:solidFill>
                  <a:srgbClr val="FFCC33"/>
                </a:solidFill>
                <a:latin typeface="Arial"/>
                <a:ea typeface="ＭＳ Ｐゴシック" charset="0"/>
                <a:cs typeface="Arial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609585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6pPr>
            <a:lvl7pPr marL="121917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7pPr>
            <a:lvl8pPr marL="1828754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8pPr>
            <a:lvl9pPr marL="2438339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sv-SE" sz="5000" kern="0" dirty="0">
                <a:solidFill>
                  <a:srgbClr val="FFCC33">
                    <a:alpha val="50000"/>
                  </a:srgbClr>
                </a:solidFill>
              </a:rPr>
              <a:t>Day 1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B08012CF-C1F8-EDF2-5A04-0F6AB98F2CA0}"/>
              </a:ext>
            </a:extLst>
          </p:cNvPr>
          <p:cNvSpPr txBox="1">
            <a:spLocks/>
          </p:cNvSpPr>
          <p:nvPr/>
        </p:nvSpPr>
        <p:spPr>
          <a:xfrm>
            <a:off x="6333565" y="2112254"/>
            <a:ext cx="2047812" cy="1492623"/>
          </a:xfrm>
          <a:prstGeom prst="rect">
            <a:avLst/>
          </a:prstGeom>
        </p:spPr>
        <p:txBody>
          <a:bodyPr lIns="121920" tIns="60960" rIns="121920" bIns="60960" anchor="t">
            <a:noAutofit/>
          </a:bodyPr>
          <a:lstStyle>
            <a:lvl1pPr algn="l" rtl="0" eaLnBrk="1" fontAlgn="base" hangingPunct="1">
              <a:lnSpc>
                <a:spcPts val="7706"/>
              </a:lnSpc>
              <a:spcBef>
                <a:spcPct val="30000"/>
              </a:spcBef>
              <a:spcAft>
                <a:spcPct val="30000"/>
              </a:spcAft>
              <a:defRPr sz="7200" b="1" spc="0">
                <a:solidFill>
                  <a:srgbClr val="FFCC33"/>
                </a:solidFill>
                <a:latin typeface="Arial"/>
                <a:ea typeface="ＭＳ Ｐゴシック" charset="0"/>
                <a:cs typeface="Arial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609585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6pPr>
            <a:lvl7pPr marL="121917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7pPr>
            <a:lvl8pPr marL="1828754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8pPr>
            <a:lvl9pPr marL="2438339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sv-SE" sz="5000" kern="0" dirty="0">
                <a:solidFill>
                  <a:srgbClr val="FFCC33">
                    <a:alpha val="50000"/>
                  </a:srgbClr>
                </a:solidFill>
              </a:rPr>
              <a:t>3:05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B0FD1F23-0E5E-948D-3804-2F7DE7B18629}"/>
              </a:ext>
            </a:extLst>
          </p:cNvPr>
          <p:cNvSpPr txBox="1">
            <a:spLocks/>
          </p:cNvSpPr>
          <p:nvPr/>
        </p:nvSpPr>
        <p:spPr>
          <a:xfrm>
            <a:off x="633022" y="2775640"/>
            <a:ext cx="3538492" cy="1492623"/>
          </a:xfrm>
          <a:prstGeom prst="rect">
            <a:avLst/>
          </a:prstGeom>
        </p:spPr>
        <p:txBody>
          <a:bodyPr lIns="121920" tIns="60960" rIns="121920" bIns="60960" anchor="t">
            <a:noAutofit/>
          </a:bodyPr>
          <a:lstStyle>
            <a:lvl1pPr algn="l" rtl="0" eaLnBrk="1" fontAlgn="base" hangingPunct="1">
              <a:lnSpc>
                <a:spcPts val="7706"/>
              </a:lnSpc>
              <a:spcBef>
                <a:spcPct val="30000"/>
              </a:spcBef>
              <a:spcAft>
                <a:spcPct val="30000"/>
              </a:spcAft>
              <a:defRPr sz="7200" b="1" spc="0">
                <a:solidFill>
                  <a:srgbClr val="FFCC33"/>
                </a:solidFill>
                <a:latin typeface="Arial"/>
                <a:ea typeface="ＭＳ Ｐゴシック" charset="0"/>
                <a:cs typeface="Arial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609585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6pPr>
            <a:lvl7pPr marL="121917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7pPr>
            <a:lvl8pPr marL="1828754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8pPr>
            <a:lvl9pPr marL="2438339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sv-SE" sz="5000" kern="0" dirty="0" err="1">
                <a:solidFill>
                  <a:srgbClr val="FFCC33">
                    <a:alpha val="50000"/>
                  </a:srgbClr>
                </a:solidFill>
              </a:rPr>
              <a:t>First</a:t>
            </a:r>
            <a:r>
              <a:rPr lang="sv-SE" sz="5000" kern="0" dirty="0"/>
              <a:t> </a:t>
            </a:r>
            <a:r>
              <a:rPr lang="sv-SE" sz="5000" kern="0" dirty="0">
                <a:solidFill>
                  <a:srgbClr val="FFCC33">
                    <a:alpha val="50000"/>
                  </a:srgbClr>
                </a:solidFill>
              </a:rPr>
              <a:t>star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AA4E65BF-5DC8-BD3C-5E26-4FA3B01ABB73}"/>
              </a:ext>
            </a:extLst>
          </p:cNvPr>
          <p:cNvSpPr txBox="1">
            <a:spLocks/>
          </p:cNvSpPr>
          <p:nvPr/>
        </p:nvSpPr>
        <p:spPr>
          <a:xfrm>
            <a:off x="3903210" y="2775640"/>
            <a:ext cx="3158663" cy="1492623"/>
          </a:xfrm>
          <a:prstGeom prst="rect">
            <a:avLst/>
          </a:prstGeom>
        </p:spPr>
        <p:txBody>
          <a:bodyPr lIns="121920" tIns="60960" rIns="121920" bIns="60960" anchor="t">
            <a:noAutofit/>
          </a:bodyPr>
          <a:lstStyle>
            <a:lvl1pPr algn="l" rtl="0" eaLnBrk="1" fontAlgn="base" hangingPunct="1">
              <a:lnSpc>
                <a:spcPts val="7706"/>
              </a:lnSpc>
              <a:spcBef>
                <a:spcPct val="30000"/>
              </a:spcBef>
              <a:spcAft>
                <a:spcPct val="30000"/>
              </a:spcAft>
              <a:defRPr sz="7200" b="1" spc="0">
                <a:solidFill>
                  <a:srgbClr val="FFCC33"/>
                </a:solidFill>
                <a:latin typeface="Arial"/>
                <a:ea typeface="ＭＳ Ｐゴシック" charset="0"/>
                <a:cs typeface="Arial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609585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6pPr>
            <a:lvl7pPr marL="121917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7pPr>
            <a:lvl8pPr marL="1828754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8pPr>
            <a:lvl9pPr marL="2438339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sv-SE" sz="5000" kern="0" dirty="0">
                <a:solidFill>
                  <a:srgbClr val="FFCC33">
                    <a:alpha val="50000"/>
                  </a:srgbClr>
                </a:solidFill>
              </a:rPr>
              <a:t>Day 21</a:t>
            </a: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B21BDBA2-4647-9166-E129-E05ACCEE89C6}"/>
              </a:ext>
            </a:extLst>
          </p:cNvPr>
          <p:cNvSpPr txBox="1">
            <a:spLocks/>
          </p:cNvSpPr>
          <p:nvPr/>
        </p:nvSpPr>
        <p:spPr>
          <a:xfrm>
            <a:off x="6351495" y="2775640"/>
            <a:ext cx="2047812" cy="1492623"/>
          </a:xfrm>
          <a:prstGeom prst="rect">
            <a:avLst/>
          </a:prstGeom>
        </p:spPr>
        <p:txBody>
          <a:bodyPr lIns="121920" tIns="60960" rIns="121920" bIns="60960" anchor="t">
            <a:noAutofit/>
          </a:bodyPr>
          <a:lstStyle>
            <a:lvl1pPr algn="l" rtl="0" eaLnBrk="1" fontAlgn="base" hangingPunct="1">
              <a:lnSpc>
                <a:spcPts val="7706"/>
              </a:lnSpc>
              <a:spcBef>
                <a:spcPct val="30000"/>
              </a:spcBef>
              <a:spcAft>
                <a:spcPct val="30000"/>
              </a:spcAft>
              <a:defRPr sz="7200" b="1" spc="0">
                <a:solidFill>
                  <a:srgbClr val="FFCC33"/>
                </a:solidFill>
                <a:latin typeface="Arial"/>
                <a:ea typeface="ＭＳ Ｐゴシック" charset="0"/>
                <a:cs typeface="Arial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609585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6pPr>
            <a:lvl7pPr marL="121917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7pPr>
            <a:lvl8pPr marL="1828754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8pPr>
            <a:lvl9pPr marL="2438339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sv-SE" sz="5000" kern="0" dirty="0">
                <a:solidFill>
                  <a:srgbClr val="FFCC33">
                    <a:alpha val="50000"/>
                  </a:srgbClr>
                </a:solidFill>
              </a:rPr>
              <a:t>46:18</a:t>
            </a:r>
          </a:p>
        </p:txBody>
      </p:sp>
    </p:spTree>
    <p:extLst>
      <p:ext uri="{BB962C8B-B14F-4D97-AF65-F5344CB8AC3E}">
        <p14:creationId xmlns:p14="http://schemas.microsoft.com/office/powerpoint/2010/main" val="287658967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19CDE5-A955-C39B-9716-8852EA7DB8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2D5425D6-5A69-2FA6-4C20-5A8D9C8B82D1}"/>
              </a:ext>
            </a:extLst>
          </p:cNvPr>
          <p:cNvSpPr txBox="1">
            <a:spLocks/>
          </p:cNvSpPr>
          <p:nvPr/>
        </p:nvSpPr>
        <p:spPr>
          <a:xfrm>
            <a:off x="597162" y="1448868"/>
            <a:ext cx="3158663" cy="1492623"/>
          </a:xfrm>
          <a:prstGeom prst="rect">
            <a:avLst/>
          </a:prstGeom>
        </p:spPr>
        <p:txBody>
          <a:bodyPr lIns="121920" tIns="60960" rIns="121920" bIns="60960" anchor="t">
            <a:noAutofit/>
          </a:bodyPr>
          <a:lstStyle>
            <a:lvl1pPr algn="l" rtl="0" eaLnBrk="1" fontAlgn="base" hangingPunct="1">
              <a:lnSpc>
                <a:spcPts val="7706"/>
              </a:lnSpc>
              <a:spcBef>
                <a:spcPct val="30000"/>
              </a:spcBef>
              <a:spcAft>
                <a:spcPct val="30000"/>
              </a:spcAft>
              <a:defRPr sz="7200" b="1" spc="0">
                <a:solidFill>
                  <a:srgbClr val="FFCC33"/>
                </a:solidFill>
                <a:latin typeface="Arial"/>
                <a:ea typeface="ＭＳ Ｐゴシック" charset="0"/>
                <a:cs typeface="Arial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609585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6pPr>
            <a:lvl7pPr marL="121917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7pPr>
            <a:lvl8pPr marL="1828754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8pPr>
            <a:lvl9pPr marL="2438339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sv-SE" sz="5000" kern="0" dirty="0" err="1">
                <a:solidFill>
                  <a:srgbClr val="FFCC33">
                    <a:alpha val="50000"/>
                  </a:srgbClr>
                </a:solidFill>
              </a:rPr>
              <a:t>First</a:t>
            </a:r>
            <a:r>
              <a:rPr lang="sv-SE" sz="5000" kern="0" dirty="0"/>
              <a:t> </a:t>
            </a:r>
            <a:r>
              <a:rPr lang="sv-SE" sz="5000" kern="0" dirty="0">
                <a:solidFill>
                  <a:srgbClr val="FFCC33">
                    <a:alpha val="50000"/>
                  </a:srgbClr>
                </a:solidFill>
              </a:rPr>
              <a:t>star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BA8CE929-F6F6-928B-6F39-C2E75792B62E}"/>
              </a:ext>
            </a:extLst>
          </p:cNvPr>
          <p:cNvSpPr txBox="1">
            <a:spLocks/>
          </p:cNvSpPr>
          <p:nvPr/>
        </p:nvSpPr>
        <p:spPr>
          <a:xfrm>
            <a:off x="3867350" y="1448868"/>
            <a:ext cx="3158663" cy="1492623"/>
          </a:xfrm>
          <a:prstGeom prst="rect">
            <a:avLst/>
          </a:prstGeom>
        </p:spPr>
        <p:txBody>
          <a:bodyPr lIns="121920" tIns="60960" rIns="121920" bIns="60960" anchor="t">
            <a:noAutofit/>
          </a:bodyPr>
          <a:lstStyle>
            <a:lvl1pPr algn="l" rtl="0" eaLnBrk="1" fontAlgn="base" hangingPunct="1">
              <a:lnSpc>
                <a:spcPts val="7706"/>
              </a:lnSpc>
              <a:spcBef>
                <a:spcPct val="30000"/>
              </a:spcBef>
              <a:spcAft>
                <a:spcPct val="30000"/>
              </a:spcAft>
              <a:defRPr sz="7200" b="1" spc="0">
                <a:solidFill>
                  <a:srgbClr val="FFCC33"/>
                </a:solidFill>
                <a:latin typeface="Arial"/>
                <a:ea typeface="ＭＳ Ｐゴシック" charset="0"/>
                <a:cs typeface="Arial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609585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6pPr>
            <a:lvl7pPr marL="121917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7pPr>
            <a:lvl8pPr marL="1828754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8pPr>
            <a:lvl9pPr marL="2438339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sv-SE" sz="5000" kern="0" dirty="0">
                <a:solidFill>
                  <a:srgbClr val="FFCC33">
                    <a:alpha val="50000"/>
                  </a:srgbClr>
                </a:solidFill>
              </a:rPr>
              <a:t>Day 1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718D03C6-AA3A-8CA7-D2AE-66183FCCDEAF}"/>
              </a:ext>
            </a:extLst>
          </p:cNvPr>
          <p:cNvSpPr txBox="1">
            <a:spLocks/>
          </p:cNvSpPr>
          <p:nvPr/>
        </p:nvSpPr>
        <p:spPr>
          <a:xfrm>
            <a:off x="6315635" y="1448868"/>
            <a:ext cx="2047812" cy="1492623"/>
          </a:xfrm>
          <a:prstGeom prst="rect">
            <a:avLst/>
          </a:prstGeom>
        </p:spPr>
        <p:txBody>
          <a:bodyPr lIns="121920" tIns="60960" rIns="121920" bIns="60960" anchor="t">
            <a:noAutofit/>
          </a:bodyPr>
          <a:lstStyle>
            <a:lvl1pPr algn="l" rtl="0" eaLnBrk="1" fontAlgn="base" hangingPunct="1">
              <a:lnSpc>
                <a:spcPts val="7706"/>
              </a:lnSpc>
              <a:spcBef>
                <a:spcPct val="30000"/>
              </a:spcBef>
              <a:spcAft>
                <a:spcPct val="30000"/>
              </a:spcAft>
              <a:defRPr sz="7200" b="1" spc="0">
                <a:solidFill>
                  <a:srgbClr val="FFCC33"/>
                </a:solidFill>
                <a:latin typeface="Arial"/>
                <a:ea typeface="ＭＳ Ｐゴシック" charset="0"/>
                <a:cs typeface="Arial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609585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6pPr>
            <a:lvl7pPr marL="121917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7pPr>
            <a:lvl8pPr marL="1828754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8pPr>
            <a:lvl9pPr marL="2438339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sv-SE" sz="5000" kern="0" dirty="0">
                <a:solidFill>
                  <a:srgbClr val="FFCC33">
                    <a:alpha val="50000"/>
                  </a:srgbClr>
                </a:solidFill>
              </a:rPr>
              <a:t>1:13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B7635F4D-5B08-3A8C-5A53-EDD572BFA0AE}"/>
              </a:ext>
            </a:extLst>
          </p:cNvPr>
          <p:cNvSpPr txBox="1">
            <a:spLocks/>
          </p:cNvSpPr>
          <p:nvPr/>
        </p:nvSpPr>
        <p:spPr>
          <a:xfrm>
            <a:off x="2543735" y="552797"/>
            <a:ext cx="6909547" cy="1492623"/>
          </a:xfrm>
          <a:prstGeom prst="rect">
            <a:avLst/>
          </a:prstGeom>
        </p:spPr>
        <p:txBody>
          <a:bodyPr lIns="121920" tIns="60960" rIns="121920" bIns="60960" anchor="t">
            <a:noAutofit/>
          </a:bodyPr>
          <a:lstStyle>
            <a:lvl1pPr algn="l" rtl="0" eaLnBrk="1" fontAlgn="base" hangingPunct="1">
              <a:lnSpc>
                <a:spcPts val="7706"/>
              </a:lnSpc>
              <a:spcBef>
                <a:spcPct val="30000"/>
              </a:spcBef>
              <a:spcAft>
                <a:spcPct val="30000"/>
              </a:spcAft>
              <a:defRPr sz="7200" b="1" spc="0">
                <a:solidFill>
                  <a:srgbClr val="FFCC33"/>
                </a:solidFill>
                <a:latin typeface="Arial"/>
                <a:ea typeface="ＭＳ Ｐゴシック" charset="0"/>
                <a:cs typeface="Arial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609585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6pPr>
            <a:lvl7pPr marL="121917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7pPr>
            <a:lvl8pPr marL="1828754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8pPr>
            <a:lvl9pPr marL="2438339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sv-SE" sz="5000" kern="0" dirty="0" err="1"/>
              <a:t>Easiest</a:t>
            </a:r>
            <a:r>
              <a:rPr lang="sv-SE" sz="5000" kern="0" dirty="0"/>
              <a:t>/</a:t>
            </a:r>
            <a:r>
              <a:rPr lang="sv-SE" sz="5000" kern="0" dirty="0" err="1"/>
              <a:t>Hardest</a:t>
            </a:r>
            <a:r>
              <a:rPr lang="sv-SE" sz="5000" kern="0" dirty="0"/>
              <a:t> stars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8BE06570-084E-C390-949D-EC2D636D2046}"/>
              </a:ext>
            </a:extLst>
          </p:cNvPr>
          <p:cNvSpPr txBox="1">
            <a:spLocks/>
          </p:cNvSpPr>
          <p:nvPr/>
        </p:nvSpPr>
        <p:spPr>
          <a:xfrm>
            <a:off x="615092" y="2112254"/>
            <a:ext cx="3538492" cy="1492623"/>
          </a:xfrm>
          <a:prstGeom prst="rect">
            <a:avLst/>
          </a:prstGeom>
        </p:spPr>
        <p:txBody>
          <a:bodyPr lIns="121920" tIns="60960" rIns="121920" bIns="60960" anchor="t">
            <a:noAutofit/>
          </a:bodyPr>
          <a:lstStyle>
            <a:lvl1pPr algn="l" rtl="0" eaLnBrk="1" fontAlgn="base" hangingPunct="1">
              <a:lnSpc>
                <a:spcPts val="7706"/>
              </a:lnSpc>
              <a:spcBef>
                <a:spcPct val="30000"/>
              </a:spcBef>
              <a:spcAft>
                <a:spcPct val="30000"/>
              </a:spcAft>
              <a:defRPr sz="7200" b="1" spc="0">
                <a:solidFill>
                  <a:srgbClr val="FFCC33"/>
                </a:solidFill>
                <a:latin typeface="Arial"/>
                <a:ea typeface="ＭＳ Ｐゴシック" charset="0"/>
                <a:cs typeface="Arial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609585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6pPr>
            <a:lvl7pPr marL="121917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7pPr>
            <a:lvl8pPr marL="1828754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8pPr>
            <a:lvl9pPr marL="2438339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sv-SE" sz="5000" kern="0" dirty="0" err="1">
                <a:solidFill>
                  <a:srgbClr val="FFCC33">
                    <a:alpha val="50000"/>
                  </a:srgbClr>
                </a:solidFill>
              </a:rPr>
              <a:t>Both</a:t>
            </a:r>
            <a:r>
              <a:rPr lang="sv-SE" sz="5000" kern="0" dirty="0"/>
              <a:t> </a:t>
            </a:r>
            <a:r>
              <a:rPr lang="sv-SE" sz="5000" kern="0" dirty="0">
                <a:solidFill>
                  <a:srgbClr val="FFCC33">
                    <a:alpha val="50000"/>
                  </a:srgbClr>
                </a:solidFill>
              </a:rPr>
              <a:t>stars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861A6CF0-0456-8197-9D07-020ECC1B4932}"/>
              </a:ext>
            </a:extLst>
          </p:cNvPr>
          <p:cNvSpPr txBox="1">
            <a:spLocks/>
          </p:cNvSpPr>
          <p:nvPr/>
        </p:nvSpPr>
        <p:spPr>
          <a:xfrm>
            <a:off x="3885280" y="2112254"/>
            <a:ext cx="3158663" cy="1492623"/>
          </a:xfrm>
          <a:prstGeom prst="rect">
            <a:avLst/>
          </a:prstGeom>
        </p:spPr>
        <p:txBody>
          <a:bodyPr lIns="121920" tIns="60960" rIns="121920" bIns="60960" anchor="t">
            <a:noAutofit/>
          </a:bodyPr>
          <a:lstStyle>
            <a:lvl1pPr algn="l" rtl="0" eaLnBrk="1" fontAlgn="base" hangingPunct="1">
              <a:lnSpc>
                <a:spcPts val="7706"/>
              </a:lnSpc>
              <a:spcBef>
                <a:spcPct val="30000"/>
              </a:spcBef>
              <a:spcAft>
                <a:spcPct val="30000"/>
              </a:spcAft>
              <a:defRPr sz="7200" b="1" spc="0">
                <a:solidFill>
                  <a:srgbClr val="FFCC33"/>
                </a:solidFill>
                <a:latin typeface="Arial"/>
                <a:ea typeface="ＭＳ Ｐゴシック" charset="0"/>
                <a:cs typeface="Arial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609585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6pPr>
            <a:lvl7pPr marL="121917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7pPr>
            <a:lvl8pPr marL="1828754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8pPr>
            <a:lvl9pPr marL="2438339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sv-SE" sz="5000" kern="0" dirty="0">
                <a:solidFill>
                  <a:srgbClr val="FFCC33">
                    <a:alpha val="50000"/>
                  </a:srgbClr>
                </a:solidFill>
              </a:rPr>
              <a:t>Day 1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3BE934FF-469B-AEEF-E944-B11E4CB0EA45}"/>
              </a:ext>
            </a:extLst>
          </p:cNvPr>
          <p:cNvSpPr txBox="1">
            <a:spLocks/>
          </p:cNvSpPr>
          <p:nvPr/>
        </p:nvSpPr>
        <p:spPr>
          <a:xfrm>
            <a:off x="6333565" y="2112254"/>
            <a:ext cx="2047812" cy="1492623"/>
          </a:xfrm>
          <a:prstGeom prst="rect">
            <a:avLst/>
          </a:prstGeom>
        </p:spPr>
        <p:txBody>
          <a:bodyPr lIns="121920" tIns="60960" rIns="121920" bIns="60960" anchor="t">
            <a:noAutofit/>
          </a:bodyPr>
          <a:lstStyle>
            <a:lvl1pPr algn="l" rtl="0" eaLnBrk="1" fontAlgn="base" hangingPunct="1">
              <a:lnSpc>
                <a:spcPts val="7706"/>
              </a:lnSpc>
              <a:spcBef>
                <a:spcPct val="30000"/>
              </a:spcBef>
              <a:spcAft>
                <a:spcPct val="30000"/>
              </a:spcAft>
              <a:defRPr sz="7200" b="1" spc="0">
                <a:solidFill>
                  <a:srgbClr val="FFCC33"/>
                </a:solidFill>
                <a:latin typeface="Arial"/>
                <a:ea typeface="ＭＳ Ｐゴシック" charset="0"/>
                <a:cs typeface="Arial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609585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6pPr>
            <a:lvl7pPr marL="121917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7pPr>
            <a:lvl8pPr marL="1828754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8pPr>
            <a:lvl9pPr marL="2438339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sv-SE" sz="5000" kern="0" dirty="0">
                <a:solidFill>
                  <a:srgbClr val="FFCC33">
                    <a:alpha val="50000"/>
                  </a:srgbClr>
                </a:solidFill>
              </a:rPr>
              <a:t>3:05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75D7B749-8B1A-D211-B562-14AFF8AB6DB7}"/>
              </a:ext>
            </a:extLst>
          </p:cNvPr>
          <p:cNvSpPr txBox="1">
            <a:spLocks/>
          </p:cNvSpPr>
          <p:nvPr/>
        </p:nvSpPr>
        <p:spPr>
          <a:xfrm>
            <a:off x="633022" y="2775640"/>
            <a:ext cx="3538492" cy="1492623"/>
          </a:xfrm>
          <a:prstGeom prst="rect">
            <a:avLst/>
          </a:prstGeom>
        </p:spPr>
        <p:txBody>
          <a:bodyPr lIns="121920" tIns="60960" rIns="121920" bIns="60960" anchor="t">
            <a:noAutofit/>
          </a:bodyPr>
          <a:lstStyle>
            <a:lvl1pPr algn="l" rtl="0" eaLnBrk="1" fontAlgn="base" hangingPunct="1">
              <a:lnSpc>
                <a:spcPts val="7706"/>
              </a:lnSpc>
              <a:spcBef>
                <a:spcPct val="30000"/>
              </a:spcBef>
              <a:spcAft>
                <a:spcPct val="30000"/>
              </a:spcAft>
              <a:defRPr sz="7200" b="1" spc="0">
                <a:solidFill>
                  <a:srgbClr val="FFCC33"/>
                </a:solidFill>
                <a:latin typeface="Arial"/>
                <a:ea typeface="ＭＳ Ｐゴシック" charset="0"/>
                <a:cs typeface="Arial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609585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6pPr>
            <a:lvl7pPr marL="121917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7pPr>
            <a:lvl8pPr marL="1828754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8pPr>
            <a:lvl9pPr marL="2438339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sv-SE" sz="5000" kern="0" dirty="0" err="1">
                <a:solidFill>
                  <a:srgbClr val="FFCC33">
                    <a:alpha val="50000"/>
                  </a:srgbClr>
                </a:solidFill>
              </a:rPr>
              <a:t>First</a:t>
            </a:r>
            <a:r>
              <a:rPr lang="sv-SE" sz="5000" kern="0" dirty="0"/>
              <a:t> </a:t>
            </a:r>
            <a:r>
              <a:rPr lang="sv-SE" sz="5000" kern="0" dirty="0">
                <a:solidFill>
                  <a:srgbClr val="FFCC33">
                    <a:alpha val="50000"/>
                  </a:srgbClr>
                </a:solidFill>
              </a:rPr>
              <a:t>star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9FDC7813-6D30-72ED-B683-0BF26ED495A2}"/>
              </a:ext>
            </a:extLst>
          </p:cNvPr>
          <p:cNvSpPr txBox="1">
            <a:spLocks/>
          </p:cNvSpPr>
          <p:nvPr/>
        </p:nvSpPr>
        <p:spPr>
          <a:xfrm>
            <a:off x="3903210" y="2775640"/>
            <a:ext cx="3158663" cy="1492623"/>
          </a:xfrm>
          <a:prstGeom prst="rect">
            <a:avLst/>
          </a:prstGeom>
        </p:spPr>
        <p:txBody>
          <a:bodyPr lIns="121920" tIns="60960" rIns="121920" bIns="60960" anchor="t">
            <a:noAutofit/>
          </a:bodyPr>
          <a:lstStyle>
            <a:lvl1pPr algn="l" rtl="0" eaLnBrk="1" fontAlgn="base" hangingPunct="1">
              <a:lnSpc>
                <a:spcPts val="7706"/>
              </a:lnSpc>
              <a:spcBef>
                <a:spcPct val="30000"/>
              </a:spcBef>
              <a:spcAft>
                <a:spcPct val="30000"/>
              </a:spcAft>
              <a:defRPr sz="7200" b="1" spc="0">
                <a:solidFill>
                  <a:srgbClr val="FFCC33"/>
                </a:solidFill>
                <a:latin typeface="Arial"/>
                <a:ea typeface="ＭＳ Ｐゴシック" charset="0"/>
                <a:cs typeface="Arial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609585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6pPr>
            <a:lvl7pPr marL="121917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7pPr>
            <a:lvl8pPr marL="1828754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8pPr>
            <a:lvl9pPr marL="2438339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sv-SE" sz="5000" kern="0" dirty="0">
                <a:solidFill>
                  <a:srgbClr val="FFCC33">
                    <a:alpha val="50000"/>
                  </a:srgbClr>
                </a:solidFill>
              </a:rPr>
              <a:t>Day 21</a:t>
            </a: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A429C1F2-3D66-B01E-DF50-DC4574070FDB}"/>
              </a:ext>
            </a:extLst>
          </p:cNvPr>
          <p:cNvSpPr txBox="1">
            <a:spLocks/>
          </p:cNvSpPr>
          <p:nvPr/>
        </p:nvSpPr>
        <p:spPr>
          <a:xfrm>
            <a:off x="6351495" y="2775640"/>
            <a:ext cx="2047812" cy="1492623"/>
          </a:xfrm>
          <a:prstGeom prst="rect">
            <a:avLst/>
          </a:prstGeom>
        </p:spPr>
        <p:txBody>
          <a:bodyPr lIns="121920" tIns="60960" rIns="121920" bIns="60960" anchor="t">
            <a:noAutofit/>
          </a:bodyPr>
          <a:lstStyle>
            <a:lvl1pPr algn="l" rtl="0" eaLnBrk="1" fontAlgn="base" hangingPunct="1">
              <a:lnSpc>
                <a:spcPts val="7706"/>
              </a:lnSpc>
              <a:spcBef>
                <a:spcPct val="30000"/>
              </a:spcBef>
              <a:spcAft>
                <a:spcPct val="30000"/>
              </a:spcAft>
              <a:defRPr sz="7200" b="1" spc="0">
                <a:solidFill>
                  <a:srgbClr val="FFCC33"/>
                </a:solidFill>
                <a:latin typeface="Arial"/>
                <a:ea typeface="ＭＳ Ｐゴシック" charset="0"/>
                <a:cs typeface="Arial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609585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6pPr>
            <a:lvl7pPr marL="121917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7pPr>
            <a:lvl8pPr marL="1828754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8pPr>
            <a:lvl9pPr marL="2438339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sv-SE" sz="5000" kern="0" dirty="0">
                <a:solidFill>
                  <a:srgbClr val="FFCC33">
                    <a:alpha val="50000"/>
                  </a:srgbClr>
                </a:solidFill>
              </a:rPr>
              <a:t>46:18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2D6B812-F61C-F626-46B2-DD689B39676B}"/>
              </a:ext>
            </a:extLst>
          </p:cNvPr>
          <p:cNvSpPr txBox="1">
            <a:spLocks/>
          </p:cNvSpPr>
          <p:nvPr/>
        </p:nvSpPr>
        <p:spPr>
          <a:xfrm>
            <a:off x="2302015" y="3588784"/>
            <a:ext cx="3538492" cy="1492623"/>
          </a:xfrm>
          <a:prstGeom prst="rect">
            <a:avLst/>
          </a:prstGeom>
        </p:spPr>
        <p:txBody>
          <a:bodyPr lIns="121920" tIns="60960" rIns="121920" bIns="60960" anchor="t">
            <a:noAutofit/>
          </a:bodyPr>
          <a:lstStyle>
            <a:lvl1pPr algn="l" rtl="0" eaLnBrk="1" fontAlgn="base" hangingPunct="1">
              <a:lnSpc>
                <a:spcPts val="7706"/>
              </a:lnSpc>
              <a:spcBef>
                <a:spcPct val="30000"/>
              </a:spcBef>
              <a:spcAft>
                <a:spcPct val="30000"/>
              </a:spcAft>
              <a:defRPr sz="7200" b="1" spc="0">
                <a:solidFill>
                  <a:srgbClr val="FFCC33"/>
                </a:solidFill>
                <a:latin typeface="Arial"/>
                <a:ea typeface="ＭＳ Ｐゴシック" charset="0"/>
                <a:cs typeface="Arial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609585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6pPr>
            <a:lvl7pPr marL="121917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7pPr>
            <a:lvl8pPr marL="1828754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8pPr>
            <a:lvl9pPr marL="2438339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sv-SE" sz="5000" kern="0" dirty="0" err="1"/>
              <a:t>Both</a:t>
            </a:r>
            <a:r>
              <a:rPr lang="sv-SE" sz="5000" kern="0" dirty="0"/>
              <a:t> stars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4B283D12-66C8-6426-CB32-9DD3F6223AC3}"/>
              </a:ext>
            </a:extLst>
          </p:cNvPr>
          <p:cNvSpPr txBox="1">
            <a:spLocks/>
          </p:cNvSpPr>
          <p:nvPr/>
        </p:nvSpPr>
        <p:spPr>
          <a:xfrm>
            <a:off x="5840506" y="3588785"/>
            <a:ext cx="3158663" cy="1492623"/>
          </a:xfrm>
          <a:prstGeom prst="rect">
            <a:avLst/>
          </a:prstGeom>
        </p:spPr>
        <p:txBody>
          <a:bodyPr lIns="121920" tIns="60960" rIns="121920" bIns="60960" anchor="t">
            <a:noAutofit/>
          </a:bodyPr>
          <a:lstStyle>
            <a:lvl1pPr algn="l" rtl="0" eaLnBrk="1" fontAlgn="base" hangingPunct="1">
              <a:lnSpc>
                <a:spcPts val="7706"/>
              </a:lnSpc>
              <a:spcBef>
                <a:spcPct val="30000"/>
              </a:spcBef>
              <a:spcAft>
                <a:spcPct val="30000"/>
              </a:spcAft>
              <a:defRPr sz="7200" b="1" spc="0">
                <a:solidFill>
                  <a:srgbClr val="FFCC33"/>
                </a:solidFill>
                <a:latin typeface="Arial"/>
                <a:ea typeface="ＭＳ Ｐゴシック" charset="0"/>
                <a:cs typeface="Arial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609585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6pPr>
            <a:lvl7pPr marL="121917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7pPr>
            <a:lvl8pPr marL="1828754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8pPr>
            <a:lvl9pPr marL="2438339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sv-SE" sz="5000" kern="0" dirty="0"/>
              <a:t>Day 21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A9DC1A9-2EEF-FD4C-DECD-C96276C7B3AC}"/>
              </a:ext>
            </a:extLst>
          </p:cNvPr>
          <p:cNvSpPr txBox="1">
            <a:spLocks/>
          </p:cNvSpPr>
          <p:nvPr/>
        </p:nvSpPr>
        <p:spPr>
          <a:xfrm>
            <a:off x="1494605" y="4680531"/>
            <a:ext cx="2047812" cy="1492623"/>
          </a:xfrm>
          <a:prstGeom prst="rect">
            <a:avLst/>
          </a:prstGeom>
        </p:spPr>
        <p:txBody>
          <a:bodyPr lIns="121920" tIns="60960" rIns="121920" bIns="60960" anchor="t">
            <a:noAutofit/>
          </a:bodyPr>
          <a:lstStyle>
            <a:lvl1pPr algn="l" rtl="0" eaLnBrk="1" fontAlgn="base" hangingPunct="1">
              <a:lnSpc>
                <a:spcPts val="7706"/>
              </a:lnSpc>
              <a:spcBef>
                <a:spcPct val="30000"/>
              </a:spcBef>
              <a:spcAft>
                <a:spcPct val="30000"/>
              </a:spcAft>
              <a:defRPr sz="7200" b="1" spc="0">
                <a:solidFill>
                  <a:srgbClr val="FFCC33"/>
                </a:solidFill>
                <a:latin typeface="Arial"/>
                <a:ea typeface="ＭＳ Ｐゴシック" charset="0"/>
                <a:cs typeface="Arial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609585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6pPr>
            <a:lvl7pPr marL="121917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7pPr>
            <a:lvl8pPr marL="1828754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8pPr>
            <a:lvl9pPr marL="2438339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sv-SE" sz="5000" kern="0" dirty="0"/>
              <a:t>51:57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2982366A-FB2C-A432-BE81-2BA50C379CD1}"/>
              </a:ext>
            </a:extLst>
          </p:cNvPr>
          <p:cNvSpPr txBox="1">
            <a:spLocks/>
          </p:cNvSpPr>
          <p:nvPr/>
        </p:nvSpPr>
        <p:spPr>
          <a:xfrm>
            <a:off x="3292139" y="4693978"/>
            <a:ext cx="7207000" cy="1492623"/>
          </a:xfrm>
          <a:prstGeom prst="rect">
            <a:avLst/>
          </a:prstGeom>
        </p:spPr>
        <p:txBody>
          <a:bodyPr lIns="121920" tIns="60960" rIns="121920" bIns="60960" anchor="t">
            <a:noAutofit/>
          </a:bodyPr>
          <a:lstStyle>
            <a:lvl1pPr algn="l" rtl="0" eaLnBrk="1" fontAlgn="base" hangingPunct="1">
              <a:lnSpc>
                <a:spcPts val="7706"/>
              </a:lnSpc>
              <a:spcBef>
                <a:spcPct val="30000"/>
              </a:spcBef>
              <a:spcAft>
                <a:spcPct val="30000"/>
              </a:spcAft>
              <a:defRPr sz="7200" b="1" spc="0">
                <a:solidFill>
                  <a:srgbClr val="FFCC33"/>
                </a:solidFill>
                <a:latin typeface="Arial"/>
                <a:ea typeface="ＭＳ Ｐゴシック" charset="0"/>
                <a:cs typeface="Arial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609585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6pPr>
            <a:lvl7pPr marL="121917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7pPr>
            <a:lvl8pPr marL="1828754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8pPr>
            <a:lvl9pPr marL="2438339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GB" sz="5000" dirty="0"/>
              <a:t>Astrid </a:t>
            </a:r>
            <a:r>
              <a:rPr lang="en-GB" sz="5000" dirty="0" err="1"/>
              <a:t>Lauenstein</a:t>
            </a:r>
            <a:endParaRPr lang="sv-SE" sz="5000" kern="0" dirty="0"/>
          </a:p>
        </p:txBody>
      </p:sp>
    </p:spTree>
    <p:extLst>
      <p:ext uri="{BB962C8B-B14F-4D97-AF65-F5344CB8AC3E}">
        <p14:creationId xmlns:p14="http://schemas.microsoft.com/office/powerpoint/2010/main" val="20857378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6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80CCF0-4034-E525-D024-221BC11A50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F49B5298-A40A-4B71-CA20-3EAE9FAC1AB5}"/>
              </a:ext>
            </a:extLst>
          </p:cNvPr>
          <p:cNvSpPr txBox="1">
            <a:spLocks/>
          </p:cNvSpPr>
          <p:nvPr/>
        </p:nvSpPr>
        <p:spPr>
          <a:xfrm>
            <a:off x="3068170" y="633480"/>
            <a:ext cx="6909547" cy="1492623"/>
          </a:xfrm>
          <a:prstGeom prst="rect">
            <a:avLst/>
          </a:prstGeom>
        </p:spPr>
        <p:txBody>
          <a:bodyPr lIns="121920" tIns="60960" rIns="121920" bIns="60960" anchor="t">
            <a:noAutofit/>
          </a:bodyPr>
          <a:lstStyle>
            <a:lvl1pPr algn="l" rtl="0" eaLnBrk="1" fontAlgn="base" hangingPunct="1">
              <a:lnSpc>
                <a:spcPts val="7706"/>
              </a:lnSpc>
              <a:spcBef>
                <a:spcPct val="30000"/>
              </a:spcBef>
              <a:spcAft>
                <a:spcPct val="30000"/>
              </a:spcAft>
              <a:defRPr sz="7200" b="1" spc="0">
                <a:solidFill>
                  <a:srgbClr val="FFCC33"/>
                </a:solidFill>
                <a:latin typeface="Arial"/>
                <a:ea typeface="ＭＳ Ｐゴシック" charset="0"/>
                <a:cs typeface="Arial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609585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6pPr>
            <a:lvl7pPr marL="121917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7pPr>
            <a:lvl8pPr marL="1828754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8pPr>
            <a:lvl9pPr marL="2438339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sv-SE" sz="5000" kern="0" dirty="0"/>
              <a:t>AW </a:t>
            </a:r>
            <a:r>
              <a:rPr lang="sv-SE" sz="5000" kern="0" dirty="0" err="1"/>
              <a:t>statistics</a:t>
            </a:r>
            <a:endParaRPr lang="sv-SE" sz="5000" kern="0" dirty="0"/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F67B9403-1B0F-E831-6F5B-2BBB109CB989}"/>
              </a:ext>
            </a:extLst>
          </p:cNvPr>
          <p:cNvSpPr txBox="1">
            <a:spLocks/>
          </p:cNvSpPr>
          <p:nvPr/>
        </p:nvSpPr>
        <p:spPr>
          <a:xfrm>
            <a:off x="894229" y="1816821"/>
            <a:ext cx="6909547" cy="1492623"/>
          </a:xfrm>
          <a:prstGeom prst="rect">
            <a:avLst/>
          </a:prstGeom>
        </p:spPr>
        <p:txBody>
          <a:bodyPr lIns="121920" tIns="60960" rIns="121920" bIns="60960" anchor="t">
            <a:noAutofit/>
          </a:bodyPr>
          <a:lstStyle>
            <a:lvl1pPr algn="l" rtl="0" eaLnBrk="1" fontAlgn="base" hangingPunct="1">
              <a:lnSpc>
                <a:spcPts val="7706"/>
              </a:lnSpc>
              <a:spcBef>
                <a:spcPct val="30000"/>
              </a:spcBef>
              <a:spcAft>
                <a:spcPct val="30000"/>
              </a:spcAft>
              <a:defRPr sz="7200" b="1" spc="0">
                <a:solidFill>
                  <a:srgbClr val="FFCC33"/>
                </a:solidFill>
                <a:latin typeface="Arial"/>
                <a:ea typeface="ＭＳ Ｐゴシック" charset="0"/>
                <a:cs typeface="Arial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609585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6pPr>
            <a:lvl7pPr marL="121917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7pPr>
            <a:lvl8pPr marL="1828754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8pPr>
            <a:lvl9pPr marL="2438339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sv-SE" sz="5000" kern="0" dirty="0" err="1"/>
              <a:t>First</a:t>
            </a:r>
            <a:r>
              <a:rPr lang="sv-SE" sz="5000" kern="0" dirty="0"/>
              <a:t> to get 10 stars</a:t>
            </a: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362131D4-A2B0-8988-17DE-AD21AB9541C7}"/>
              </a:ext>
            </a:extLst>
          </p:cNvPr>
          <p:cNvSpPr txBox="1">
            <a:spLocks/>
          </p:cNvSpPr>
          <p:nvPr/>
        </p:nvSpPr>
        <p:spPr>
          <a:xfrm>
            <a:off x="2095499" y="2891118"/>
            <a:ext cx="6909547" cy="1492623"/>
          </a:xfrm>
          <a:prstGeom prst="rect">
            <a:avLst/>
          </a:prstGeom>
        </p:spPr>
        <p:txBody>
          <a:bodyPr lIns="121920" tIns="60960" rIns="121920" bIns="60960" anchor="t">
            <a:noAutofit/>
          </a:bodyPr>
          <a:lstStyle>
            <a:lvl1pPr algn="l" rtl="0" eaLnBrk="1" fontAlgn="base" hangingPunct="1">
              <a:lnSpc>
                <a:spcPts val="7706"/>
              </a:lnSpc>
              <a:spcBef>
                <a:spcPct val="30000"/>
              </a:spcBef>
              <a:spcAft>
                <a:spcPct val="30000"/>
              </a:spcAft>
              <a:defRPr sz="7200" b="1" spc="0">
                <a:solidFill>
                  <a:srgbClr val="FFCC33"/>
                </a:solidFill>
                <a:latin typeface="Arial"/>
                <a:ea typeface="ＭＳ Ｐゴシック" charset="0"/>
                <a:cs typeface="Arial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609585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6pPr>
            <a:lvl7pPr marL="121917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7pPr>
            <a:lvl8pPr marL="1828754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8pPr>
            <a:lvl9pPr marL="2438339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sv-SE" sz="5000" kern="0" dirty="0"/>
              <a:t>06:12:49 December 5</a:t>
            </a: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90C20F3F-A8D4-A661-98A9-466C1CD6A2EC}"/>
              </a:ext>
            </a:extLst>
          </p:cNvPr>
          <p:cNvSpPr txBox="1">
            <a:spLocks/>
          </p:cNvSpPr>
          <p:nvPr/>
        </p:nvSpPr>
        <p:spPr>
          <a:xfrm>
            <a:off x="2095498" y="4074459"/>
            <a:ext cx="6909547" cy="1492623"/>
          </a:xfrm>
          <a:prstGeom prst="rect">
            <a:avLst/>
          </a:prstGeom>
        </p:spPr>
        <p:txBody>
          <a:bodyPr lIns="121920" tIns="60960" rIns="121920" bIns="60960" anchor="t">
            <a:noAutofit/>
          </a:bodyPr>
          <a:lstStyle>
            <a:lvl1pPr algn="l" rtl="0" eaLnBrk="1" fontAlgn="base" hangingPunct="1">
              <a:lnSpc>
                <a:spcPts val="7706"/>
              </a:lnSpc>
              <a:spcBef>
                <a:spcPct val="30000"/>
              </a:spcBef>
              <a:spcAft>
                <a:spcPct val="30000"/>
              </a:spcAft>
              <a:defRPr sz="7200" b="1" spc="0">
                <a:solidFill>
                  <a:srgbClr val="FFCC33"/>
                </a:solidFill>
                <a:latin typeface="Arial"/>
                <a:ea typeface="ＭＳ Ｐゴシック" charset="0"/>
                <a:cs typeface="Arial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609585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6pPr>
            <a:lvl7pPr marL="121917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7pPr>
            <a:lvl8pPr marL="1828754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8pPr>
            <a:lvl9pPr marL="2438339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sv-SE" sz="5000" kern="0" dirty="0"/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23E0F8A6-B077-B1E4-C2D6-CE983C175E42}"/>
              </a:ext>
            </a:extLst>
          </p:cNvPr>
          <p:cNvSpPr txBox="1">
            <a:spLocks/>
          </p:cNvSpPr>
          <p:nvPr/>
        </p:nvSpPr>
        <p:spPr>
          <a:xfrm>
            <a:off x="1543048" y="3985586"/>
            <a:ext cx="9105903" cy="1492623"/>
          </a:xfrm>
          <a:prstGeom prst="rect">
            <a:avLst/>
          </a:prstGeom>
        </p:spPr>
        <p:txBody>
          <a:bodyPr lIns="121920" tIns="60960" rIns="121920" bIns="60960" anchor="t">
            <a:noAutofit/>
          </a:bodyPr>
          <a:lstStyle>
            <a:lvl1pPr algn="l" rtl="0" eaLnBrk="1" fontAlgn="base" hangingPunct="1">
              <a:lnSpc>
                <a:spcPts val="7706"/>
              </a:lnSpc>
              <a:spcBef>
                <a:spcPct val="30000"/>
              </a:spcBef>
              <a:spcAft>
                <a:spcPct val="30000"/>
              </a:spcAft>
              <a:defRPr sz="7200" b="1" spc="0">
                <a:solidFill>
                  <a:srgbClr val="FFCC33"/>
                </a:solidFill>
                <a:latin typeface="Arial"/>
                <a:ea typeface="ＭＳ Ｐゴシック" charset="0"/>
                <a:cs typeface="Arial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609585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6pPr>
            <a:lvl7pPr marL="121917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7pPr>
            <a:lvl8pPr marL="1828754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8pPr>
            <a:lvl9pPr marL="2438339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sv-SE" sz="5000" kern="0" dirty="0"/>
              <a:t>Kevin Mårtensson </a:t>
            </a:r>
            <a:r>
              <a:rPr lang="sv-SE" sz="5000" kern="0" dirty="0" err="1"/>
              <a:t>Tolentino</a:t>
            </a:r>
            <a:endParaRPr lang="sv-SE" sz="5000" kern="0" dirty="0"/>
          </a:p>
        </p:txBody>
      </p:sp>
    </p:spTree>
    <p:extLst>
      <p:ext uri="{BB962C8B-B14F-4D97-AF65-F5344CB8AC3E}">
        <p14:creationId xmlns:p14="http://schemas.microsoft.com/office/powerpoint/2010/main" val="11729235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21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CA31CD-8358-6B46-1DE2-2A43D605EC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69C6C6AC-C1CB-0A14-54AE-FD419E3DD778}"/>
              </a:ext>
            </a:extLst>
          </p:cNvPr>
          <p:cNvSpPr txBox="1">
            <a:spLocks/>
          </p:cNvSpPr>
          <p:nvPr/>
        </p:nvSpPr>
        <p:spPr>
          <a:xfrm>
            <a:off x="3068170" y="633480"/>
            <a:ext cx="6909547" cy="1492623"/>
          </a:xfrm>
          <a:prstGeom prst="rect">
            <a:avLst/>
          </a:prstGeom>
        </p:spPr>
        <p:txBody>
          <a:bodyPr lIns="121920" tIns="60960" rIns="121920" bIns="60960" anchor="t">
            <a:noAutofit/>
          </a:bodyPr>
          <a:lstStyle>
            <a:lvl1pPr algn="l" rtl="0" eaLnBrk="1" fontAlgn="base" hangingPunct="1">
              <a:lnSpc>
                <a:spcPts val="7706"/>
              </a:lnSpc>
              <a:spcBef>
                <a:spcPct val="30000"/>
              </a:spcBef>
              <a:spcAft>
                <a:spcPct val="30000"/>
              </a:spcAft>
              <a:defRPr sz="7200" b="1" spc="0">
                <a:solidFill>
                  <a:srgbClr val="FFCC33"/>
                </a:solidFill>
                <a:latin typeface="Arial"/>
                <a:ea typeface="ＭＳ Ｐゴシック" charset="0"/>
                <a:cs typeface="Arial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609585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6pPr>
            <a:lvl7pPr marL="121917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7pPr>
            <a:lvl8pPr marL="1828754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8pPr>
            <a:lvl9pPr marL="2438339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sv-SE" sz="5000" kern="0" dirty="0"/>
              <a:t>AW </a:t>
            </a:r>
            <a:r>
              <a:rPr lang="sv-SE" sz="5000" kern="0" dirty="0" err="1"/>
              <a:t>statistics</a:t>
            </a:r>
            <a:endParaRPr lang="sv-SE" sz="5000" kern="0" dirty="0"/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1DC83360-3D0F-6180-663C-D7D9A5E98C9F}"/>
              </a:ext>
            </a:extLst>
          </p:cNvPr>
          <p:cNvSpPr txBox="1">
            <a:spLocks/>
          </p:cNvSpPr>
          <p:nvPr/>
        </p:nvSpPr>
        <p:spPr>
          <a:xfrm>
            <a:off x="894229" y="1816821"/>
            <a:ext cx="6909547" cy="1492623"/>
          </a:xfrm>
          <a:prstGeom prst="rect">
            <a:avLst/>
          </a:prstGeom>
        </p:spPr>
        <p:txBody>
          <a:bodyPr lIns="121920" tIns="60960" rIns="121920" bIns="60960" anchor="t">
            <a:noAutofit/>
          </a:bodyPr>
          <a:lstStyle>
            <a:lvl1pPr algn="l" rtl="0" eaLnBrk="1" fontAlgn="base" hangingPunct="1">
              <a:lnSpc>
                <a:spcPts val="7706"/>
              </a:lnSpc>
              <a:spcBef>
                <a:spcPct val="30000"/>
              </a:spcBef>
              <a:spcAft>
                <a:spcPct val="30000"/>
              </a:spcAft>
              <a:defRPr sz="7200" b="1" spc="0">
                <a:solidFill>
                  <a:srgbClr val="FFCC33"/>
                </a:solidFill>
                <a:latin typeface="Arial"/>
                <a:ea typeface="ＭＳ Ｐゴシック" charset="0"/>
                <a:cs typeface="Arial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609585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6pPr>
            <a:lvl7pPr marL="121917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7pPr>
            <a:lvl8pPr marL="1828754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8pPr>
            <a:lvl9pPr marL="2438339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sv-SE" sz="5000" kern="0" dirty="0"/>
              <a:t>Last to get 10 stars*</a:t>
            </a: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1B89D113-7B52-083E-7CBC-C170E571AA93}"/>
              </a:ext>
            </a:extLst>
          </p:cNvPr>
          <p:cNvSpPr txBox="1">
            <a:spLocks/>
          </p:cNvSpPr>
          <p:nvPr/>
        </p:nvSpPr>
        <p:spPr>
          <a:xfrm>
            <a:off x="2095499" y="2891118"/>
            <a:ext cx="6909547" cy="1492623"/>
          </a:xfrm>
          <a:prstGeom prst="rect">
            <a:avLst/>
          </a:prstGeom>
        </p:spPr>
        <p:txBody>
          <a:bodyPr lIns="121920" tIns="60960" rIns="121920" bIns="60960" anchor="t">
            <a:noAutofit/>
          </a:bodyPr>
          <a:lstStyle>
            <a:lvl1pPr algn="l" rtl="0" eaLnBrk="1" fontAlgn="base" hangingPunct="1">
              <a:lnSpc>
                <a:spcPts val="7706"/>
              </a:lnSpc>
              <a:spcBef>
                <a:spcPct val="30000"/>
              </a:spcBef>
              <a:spcAft>
                <a:spcPct val="30000"/>
              </a:spcAft>
              <a:defRPr sz="7200" b="1" spc="0">
                <a:solidFill>
                  <a:srgbClr val="FFCC33"/>
                </a:solidFill>
                <a:latin typeface="Arial"/>
                <a:ea typeface="ＭＳ Ｐゴシック" charset="0"/>
                <a:cs typeface="Arial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609585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6pPr>
            <a:lvl7pPr marL="121917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7pPr>
            <a:lvl8pPr marL="1828754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8pPr>
            <a:lvl9pPr marL="2438339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sv-SE" sz="5000" kern="0" dirty="0"/>
              <a:t>12:06:28 December 13</a:t>
            </a: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914AFD18-0022-AE66-98CA-585C2F95A0EB}"/>
              </a:ext>
            </a:extLst>
          </p:cNvPr>
          <p:cNvSpPr txBox="1">
            <a:spLocks/>
          </p:cNvSpPr>
          <p:nvPr/>
        </p:nvSpPr>
        <p:spPr>
          <a:xfrm>
            <a:off x="2095498" y="4074459"/>
            <a:ext cx="6909547" cy="1492623"/>
          </a:xfrm>
          <a:prstGeom prst="rect">
            <a:avLst/>
          </a:prstGeom>
        </p:spPr>
        <p:txBody>
          <a:bodyPr lIns="121920" tIns="60960" rIns="121920" bIns="60960" anchor="t">
            <a:noAutofit/>
          </a:bodyPr>
          <a:lstStyle>
            <a:lvl1pPr algn="l" rtl="0" eaLnBrk="1" fontAlgn="base" hangingPunct="1">
              <a:lnSpc>
                <a:spcPts val="7706"/>
              </a:lnSpc>
              <a:spcBef>
                <a:spcPct val="30000"/>
              </a:spcBef>
              <a:spcAft>
                <a:spcPct val="30000"/>
              </a:spcAft>
              <a:defRPr sz="7200" b="1" spc="0">
                <a:solidFill>
                  <a:srgbClr val="FFCC33"/>
                </a:solidFill>
                <a:latin typeface="Arial"/>
                <a:ea typeface="ＭＳ Ｐゴシック" charset="0"/>
                <a:cs typeface="Arial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609585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6pPr>
            <a:lvl7pPr marL="121917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7pPr>
            <a:lvl8pPr marL="1828754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8pPr>
            <a:lvl9pPr marL="2438339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sv-SE" sz="5000" kern="0" dirty="0"/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1D61B57B-E530-B269-63D0-9FD8D88EE55B}"/>
              </a:ext>
            </a:extLst>
          </p:cNvPr>
          <p:cNvSpPr txBox="1">
            <a:spLocks/>
          </p:cNvSpPr>
          <p:nvPr/>
        </p:nvSpPr>
        <p:spPr>
          <a:xfrm>
            <a:off x="3068170" y="3965415"/>
            <a:ext cx="9105903" cy="1492623"/>
          </a:xfrm>
          <a:prstGeom prst="rect">
            <a:avLst/>
          </a:prstGeom>
        </p:spPr>
        <p:txBody>
          <a:bodyPr lIns="121920" tIns="60960" rIns="121920" bIns="60960" anchor="t">
            <a:noAutofit/>
          </a:bodyPr>
          <a:lstStyle>
            <a:lvl1pPr algn="l" rtl="0" eaLnBrk="1" fontAlgn="base" hangingPunct="1">
              <a:lnSpc>
                <a:spcPts val="7706"/>
              </a:lnSpc>
              <a:spcBef>
                <a:spcPct val="30000"/>
              </a:spcBef>
              <a:spcAft>
                <a:spcPct val="30000"/>
              </a:spcAft>
              <a:defRPr sz="7200" b="1" spc="0">
                <a:solidFill>
                  <a:srgbClr val="FFCC33"/>
                </a:solidFill>
                <a:latin typeface="Arial"/>
                <a:ea typeface="ＭＳ Ｐゴシック" charset="0"/>
                <a:cs typeface="Arial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609585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6pPr>
            <a:lvl7pPr marL="121917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7pPr>
            <a:lvl8pPr marL="1828754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8pPr>
            <a:lvl9pPr marL="2438339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sv-SE" sz="5000" kern="0" dirty="0"/>
              <a:t>Anton </a:t>
            </a:r>
            <a:r>
              <a:rPr lang="sv-SE" sz="5000" kern="0" dirty="0" err="1"/>
              <a:t>Tunander</a:t>
            </a:r>
            <a:endParaRPr lang="sv-SE" sz="5000" kern="0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D37A34E9-4AE0-4295-C5D1-A00EF4BBA4BC}"/>
              </a:ext>
            </a:extLst>
          </p:cNvPr>
          <p:cNvSpPr txBox="1">
            <a:spLocks/>
          </p:cNvSpPr>
          <p:nvPr/>
        </p:nvSpPr>
        <p:spPr>
          <a:xfrm>
            <a:off x="9338980" y="1379791"/>
            <a:ext cx="2530289" cy="1492623"/>
          </a:xfrm>
          <a:prstGeom prst="rect">
            <a:avLst/>
          </a:prstGeom>
        </p:spPr>
        <p:txBody>
          <a:bodyPr lIns="121920" tIns="60960" rIns="121920" bIns="60960" anchor="t">
            <a:noAutofit/>
          </a:bodyPr>
          <a:lstStyle>
            <a:lvl1pPr algn="l" rtl="0" eaLnBrk="1" fontAlgn="base" hangingPunct="1">
              <a:lnSpc>
                <a:spcPts val="7706"/>
              </a:lnSpc>
              <a:spcBef>
                <a:spcPct val="30000"/>
              </a:spcBef>
              <a:spcAft>
                <a:spcPct val="30000"/>
              </a:spcAft>
              <a:defRPr sz="7200" b="1" spc="0">
                <a:solidFill>
                  <a:srgbClr val="FFCC33"/>
                </a:solidFill>
                <a:latin typeface="Arial"/>
                <a:ea typeface="ＭＳ Ｐゴシック" charset="0"/>
                <a:cs typeface="Arial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609585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6pPr>
            <a:lvl7pPr marL="121917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7pPr>
            <a:lvl8pPr marL="1828754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8pPr>
            <a:lvl9pPr marL="2438339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sv-SE" sz="2800" kern="0" dirty="0"/>
              <a:t>*</a:t>
            </a:r>
            <a:r>
              <a:rPr lang="sv-SE" sz="2800" kern="0" dirty="0" err="1"/>
              <a:t>before</a:t>
            </a:r>
            <a:r>
              <a:rPr lang="sv-SE" sz="2800" kern="0" dirty="0"/>
              <a:t> 15/12</a:t>
            </a:r>
          </a:p>
        </p:txBody>
      </p:sp>
    </p:spTree>
    <p:extLst>
      <p:ext uri="{BB962C8B-B14F-4D97-AF65-F5344CB8AC3E}">
        <p14:creationId xmlns:p14="http://schemas.microsoft.com/office/powerpoint/2010/main" val="27780694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21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5F55D1-35CB-B2D1-06C1-604B4F6115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07EB372B-0A60-41D9-4444-7434CB72D367}"/>
              </a:ext>
            </a:extLst>
          </p:cNvPr>
          <p:cNvSpPr txBox="1">
            <a:spLocks/>
          </p:cNvSpPr>
          <p:nvPr/>
        </p:nvSpPr>
        <p:spPr>
          <a:xfrm>
            <a:off x="2772335" y="607747"/>
            <a:ext cx="6909547" cy="1492623"/>
          </a:xfrm>
          <a:prstGeom prst="rect">
            <a:avLst/>
          </a:prstGeom>
        </p:spPr>
        <p:txBody>
          <a:bodyPr lIns="121920" tIns="60960" rIns="121920" bIns="60960" anchor="t">
            <a:noAutofit/>
          </a:bodyPr>
          <a:lstStyle>
            <a:lvl1pPr algn="l" rtl="0" eaLnBrk="1" fontAlgn="base" hangingPunct="1">
              <a:lnSpc>
                <a:spcPts val="7706"/>
              </a:lnSpc>
              <a:spcBef>
                <a:spcPct val="30000"/>
              </a:spcBef>
              <a:spcAft>
                <a:spcPct val="30000"/>
              </a:spcAft>
              <a:defRPr sz="7200" b="1" spc="0">
                <a:solidFill>
                  <a:srgbClr val="FFCC33"/>
                </a:solidFill>
                <a:latin typeface="Arial"/>
                <a:ea typeface="ＭＳ Ｐゴシック" charset="0"/>
                <a:cs typeface="Arial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609585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6pPr>
            <a:lvl7pPr marL="121917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7pPr>
            <a:lvl8pPr marL="1828754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8pPr>
            <a:lvl9pPr marL="2438339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sv-SE" sz="5000" kern="0" dirty="0"/>
              <a:t>T-shirt </a:t>
            </a:r>
            <a:r>
              <a:rPr lang="sv-SE" sz="5000" kern="0" dirty="0" err="1"/>
              <a:t>statistics</a:t>
            </a:r>
            <a:endParaRPr lang="sv-SE" sz="5000" kern="0" dirty="0"/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8D2A4B9B-9FF9-0B20-5F34-FDA4D1704D52}"/>
              </a:ext>
            </a:extLst>
          </p:cNvPr>
          <p:cNvSpPr txBox="1">
            <a:spLocks/>
          </p:cNvSpPr>
          <p:nvPr/>
        </p:nvSpPr>
        <p:spPr>
          <a:xfrm>
            <a:off x="894229" y="1816821"/>
            <a:ext cx="6909547" cy="1492623"/>
          </a:xfrm>
          <a:prstGeom prst="rect">
            <a:avLst/>
          </a:prstGeom>
        </p:spPr>
        <p:txBody>
          <a:bodyPr lIns="121920" tIns="60960" rIns="121920" bIns="60960" anchor="t">
            <a:noAutofit/>
          </a:bodyPr>
          <a:lstStyle>
            <a:lvl1pPr algn="l" rtl="0" eaLnBrk="1" fontAlgn="base" hangingPunct="1">
              <a:lnSpc>
                <a:spcPts val="7706"/>
              </a:lnSpc>
              <a:spcBef>
                <a:spcPct val="30000"/>
              </a:spcBef>
              <a:spcAft>
                <a:spcPct val="30000"/>
              </a:spcAft>
              <a:defRPr sz="7200" b="1" spc="0">
                <a:solidFill>
                  <a:srgbClr val="FFCC33"/>
                </a:solidFill>
                <a:latin typeface="Arial"/>
                <a:ea typeface="ＭＳ Ｐゴシック" charset="0"/>
                <a:cs typeface="Arial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609585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6pPr>
            <a:lvl7pPr marL="121917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7pPr>
            <a:lvl8pPr marL="1828754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8pPr>
            <a:lvl9pPr marL="2438339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sv-SE" sz="5000" kern="0" dirty="0" err="1"/>
              <a:t>First</a:t>
            </a:r>
            <a:r>
              <a:rPr lang="sv-SE" sz="5000" kern="0" dirty="0"/>
              <a:t> to get 50 stars</a:t>
            </a: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4D797234-3234-83E9-3593-C6B002F1EAFD}"/>
              </a:ext>
            </a:extLst>
          </p:cNvPr>
          <p:cNvSpPr txBox="1">
            <a:spLocks/>
          </p:cNvSpPr>
          <p:nvPr/>
        </p:nvSpPr>
        <p:spPr>
          <a:xfrm>
            <a:off x="2095499" y="2891118"/>
            <a:ext cx="6909547" cy="1492623"/>
          </a:xfrm>
          <a:prstGeom prst="rect">
            <a:avLst/>
          </a:prstGeom>
        </p:spPr>
        <p:txBody>
          <a:bodyPr lIns="121920" tIns="60960" rIns="121920" bIns="60960" anchor="t">
            <a:noAutofit/>
          </a:bodyPr>
          <a:lstStyle>
            <a:lvl1pPr algn="l" rtl="0" eaLnBrk="1" fontAlgn="base" hangingPunct="1">
              <a:lnSpc>
                <a:spcPts val="7706"/>
              </a:lnSpc>
              <a:spcBef>
                <a:spcPct val="30000"/>
              </a:spcBef>
              <a:spcAft>
                <a:spcPct val="30000"/>
              </a:spcAft>
              <a:defRPr sz="7200" b="1" spc="0">
                <a:solidFill>
                  <a:srgbClr val="FFCC33"/>
                </a:solidFill>
                <a:latin typeface="Arial"/>
                <a:ea typeface="ＭＳ Ｐゴシック" charset="0"/>
                <a:cs typeface="Arial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609585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6pPr>
            <a:lvl7pPr marL="121917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7pPr>
            <a:lvl8pPr marL="1828754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8pPr>
            <a:lvl9pPr marL="2438339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sv-SE" sz="5000" kern="0" dirty="0"/>
              <a:t>06:05:03 December 25</a:t>
            </a: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5385279E-B574-6B52-53B1-E5321BE259F0}"/>
              </a:ext>
            </a:extLst>
          </p:cNvPr>
          <p:cNvSpPr txBox="1">
            <a:spLocks/>
          </p:cNvSpPr>
          <p:nvPr/>
        </p:nvSpPr>
        <p:spPr>
          <a:xfrm>
            <a:off x="2095498" y="4074459"/>
            <a:ext cx="6909547" cy="1492623"/>
          </a:xfrm>
          <a:prstGeom prst="rect">
            <a:avLst/>
          </a:prstGeom>
        </p:spPr>
        <p:txBody>
          <a:bodyPr lIns="121920" tIns="60960" rIns="121920" bIns="60960" anchor="t">
            <a:noAutofit/>
          </a:bodyPr>
          <a:lstStyle>
            <a:lvl1pPr algn="l" rtl="0" eaLnBrk="1" fontAlgn="base" hangingPunct="1">
              <a:lnSpc>
                <a:spcPts val="7706"/>
              </a:lnSpc>
              <a:spcBef>
                <a:spcPct val="30000"/>
              </a:spcBef>
              <a:spcAft>
                <a:spcPct val="30000"/>
              </a:spcAft>
              <a:defRPr sz="7200" b="1" spc="0">
                <a:solidFill>
                  <a:srgbClr val="FFCC33"/>
                </a:solidFill>
                <a:latin typeface="Arial"/>
                <a:ea typeface="ＭＳ Ｐゴシック" charset="0"/>
                <a:cs typeface="Arial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609585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6pPr>
            <a:lvl7pPr marL="121917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7pPr>
            <a:lvl8pPr marL="1828754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8pPr>
            <a:lvl9pPr marL="2438339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sv-SE" sz="5000" kern="0" dirty="0"/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06E5F302-6C5D-C910-7664-83E524E86DB8}"/>
              </a:ext>
            </a:extLst>
          </p:cNvPr>
          <p:cNvSpPr txBox="1">
            <a:spLocks/>
          </p:cNvSpPr>
          <p:nvPr/>
        </p:nvSpPr>
        <p:spPr>
          <a:xfrm>
            <a:off x="3086097" y="3965415"/>
            <a:ext cx="9105903" cy="1492623"/>
          </a:xfrm>
          <a:prstGeom prst="rect">
            <a:avLst/>
          </a:prstGeom>
        </p:spPr>
        <p:txBody>
          <a:bodyPr lIns="121920" tIns="60960" rIns="121920" bIns="60960" anchor="t">
            <a:noAutofit/>
          </a:bodyPr>
          <a:lstStyle>
            <a:lvl1pPr algn="l" rtl="0" eaLnBrk="1" fontAlgn="base" hangingPunct="1">
              <a:lnSpc>
                <a:spcPts val="7706"/>
              </a:lnSpc>
              <a:spcBef>
                <a:spcPct val="30000"/>
              </a:spcBef>
              <a:spcAft>
                <a:spcPct val="30000"/>
              </a:spcAft>
              <a:defRPr sz="7200" b="1" spc="0">
                <a:solidFill>
                  <a:srgbClr val="FFCC33"/>
                </a:solidFill>
                <a:latin typeface="Arial"/>
                <a:ea typeface="ＭＳ Ｐゴシック" charset="0"/>
                <a:cs typeface="Arial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609585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6pPr>
            <a:lvl7pPr marL="121917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7pPr>
            <a:lvl8pPr marL="1828754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8pPr>
            <a:lvl9pPr marL="2438339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sv-SE" sz="5000" kern="0" dirty="0"/>
              <a:t>Lars </a:t>
            </a:r>
            <a:r>
              <a:rPr lang="sv-SE" sz="5000" kern="0" dirty="0" err="1"/>
              <a:t>Haulin</a:t>
            </a:r>
            <a:endParaRPr lang="sv-SE" sz="5000" kern="0" dirty="0"/>
          </a:p>
        </p:txBody>
      </p:sp>
    </p:spTree>
    <p:extLst>
      <p:ext uri="{BB962C8B-B14F-4D97-AF65-F5344CB8AC3E}">
        <p14:creationId xmlns:p14="http://schemas.microsoft.com/office/powerpoint/2010/main" val="12747293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21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B16337-AF2A-AF20-3E1A-1AFE8D39B1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063D3F15-D7E8-67BD-C0E3-7ED1DC0FA65F}"/>
              </a:ext>
            </a:extLst>
          </p:cNvPr>
          <p:cNvSpPr txBox="1">
            <a:spLocks/>
          </p:cNvSpPr>
          <p:nvPr/>
        </p:nvSpPr>
        <p:spPr>
          <a:xfrm>
            <a:off x="3068170" y="633480"/>
            <a:ext cx="6909547" cy="1492623"/>
          </a:xfrm>
          <a:prstGeom prst="rect">
            <a:avLst/>
          </a:prstGeom>
        </p:spPr>
        <p:txBody>
          <a:bodyPr lIns="121920" tIns="60960" rIns="121920" bIns="60960" anchor="t">
            <a:noAutofit/>
          </a:bodyPr>
          <a:lstStyle>
            <a:lvl1pPr algn="l" rtl="0" eaLnBrk="1" fontAlgn="base" hangingPunct="1">
              <a:lnSpc>
                <a:spcPts val="7706"/>
              </a:lnSpc>
              <a:spcBef>
                <a:spcPct val="30000"/>
              </a:spcBef>
              <a:spcAft>
                <a:spcPct val="30000"/>
              </a:spcAft>
              <a:defRPr sz="7200" b="1" spc="0">
                <a:solidFill>
                  <a:srgbClr val="FFCC33"/>
                </a:solidFill>
                <a:latin typeface="Arial"/>
                <a:ea typeface="ＭＳ Ｐゴシック" charset="0"/>
                <a:cs typeface="Arial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609585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6pPr>
            <a:lvl7pPr marL="121917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7pPr>
            <a:lvl8pPr marL="1828754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8pPr>
            <a:lvl9pPr marL="2438339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sv-SE" sz="5000" kern="0" dirty="0"/>
              <a:t>T-shirt </a:t>
            </a:r>
            <a:r>
              <a:rPr lang="sv-SE" sz="5000" kern="0" dirty="0" err="1"/>
              <a:t>statistics</a:t>
            </a:r>
            <a:endParaRPr lang="sv-SE" sz="5000" kern="0" dirty="0"/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7D31E9C5-3A91-8832-617B-91E464E0C5AE}"/>
              </a:ext>
            </a:extLst>
          </p:cNvPr>
          <p:cNvSpPr txBox="1">
            <a:spLocks/>
          </p:cNvSpPr>
          <p:nvPr/>
        </p:nvSpPr>
        <p:spPr>
          <a:xfrm>
            <a:off x="894229" y="1816821"/>
            <a:ext cx="6909547" cy="1492623"/>
          </a:xfrm>
          <a:prstGeom prst="rect">
            <a:avLst/>
          </a:prstGeom>
        </p:spPr>
        <p:txBody>
          <a:bodyPr lIns="121920" tIns="60960" rIns="121920" bIns="60960" anchor="t">
            <a:noAutofit/>
          </a:bodyPr>
          <a:lstStyle>
            <a:lvl1pPr algn="l" rtl="0" eaLnBrk="1" fontAlgn="base" hangingPunct="1">
              <a:lnSpc>
                <a:spcPts val="7706"/>
              </a:lnSpc>
              <a:spcBef>
                <a:spcPct val="30000"/>
              </a:spcBef>
              <a:spcAft>
                <a:spcPct val="30000"/>
              </a:spcAft>
              <a:defRPr sz="7200" b="1" spc="0">
                <a:solidFill>
                  <a:srgbClr val="FFCC33"/>
                </a:solidFill>
                <a:latin typeface="Arial"/>
                <a:ea typeface="ＭＳ Ｐゴシック" charset="0"/>
                <a:cs typeface="Arial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609585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6pPr>
            <a:lvl7pPr marL="121917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7pPr>
            <a:lvl8pPr marL="1828754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8pPr>
            <a:lvl9pPr marL="2438339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sv-SE" sz="5000" kern="0" dirty="0"/>
              <a:t>Last to get 50 stars*</a:t>
            </a: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97699FD4-008D-FF02-57FE-136238D1F5F6}"/>
              </a:ext>
            </a:extLst>
          </p:cNvPr>
          <p:cNvSpPr txBox="1">
            <a:spLocks/>
          </p:cNvSpPr>
          <p:nvPr/>
        </p:nvSpPr>
        <p:spPr>
          <a:xfrm>
            <a:off x="2095499" y="2891118"/>
            <a:ext cx="6909547" cy="1492623"/>
          </a:xfrm>
          <a:prstGeom prst="rect">
            <a:avLst/>
          </a:prstGeom>
        </p:spPr>
        <p:txBody>
          <a:bodyPr lIns="121920" tIns="60960" rIns="121920" bIns="60960" anchor="t">
            <a:noAutofit/>
          </a:bodyPr>
          <a:lstStyle>
            <a:lvl1pPr algn="l" rtl="0" eaLnBrk="1" fontAlgn="base" hangingPunct="1">
              <a:lnSpc>
                <a:spcPts val="7706"/>
              </a:lnSpc>
              <a:spcBef>
                <a:spcPct val="30000"/>
              </a:spcBef>
              <a:spcAft>
                <a:spcPct val="30000"/>
              </a:spcAft>
              <a:defRPr sz="7200" b="1" spc="0">
                <a:solidFill>
                  <a:srgbClr val="FFCC33"/>
                </a:solidFill>
                <a:latin typeface="Arial"/>
                <a:ea typeface="ＭＳ Ｐゴシック" charset="0"/>
                <a:cs typeface="Arial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609585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6pPr>
            <a:lvl7pPr marL="121917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7pPr>
            <a:lvl8pPr marL="1828754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8pPr>
            <a:lvl9pPr marL="2438339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sv-SE" sz="5000" kern="0" dirty="0"/>
              <a:t>12:30:25 December 31</a:t>
            </a: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8970A3DF-2AF9-10EE-3FB4-748DA2B8AB39}"/>
              </a:ext>
            </a:extLst>
          </p:cNvPr>
          <p:cNvSpPr txBox="1">
            <a:spLocks/>
          </p:cNvSpPr>
          <p:nvPr/>
        </p:nvSpPr>
        <p:spPr>
          <a:xfrm>
            <a:off x="2095498" y="4074459"/>
            <a:ext cx="6909547" cy="1492623"/>
          </a:xfrm>
          <a:prstGeom prst="rect">
            <a:avLst/>
          </a:prstGeom>
        </p:spPr>
        <p:txBody>
          <a:bodyPr lIns="121920" tIns="60960" rIns="121920" bIns="60960" anchor="t">
            <a:noAutofit/>
          </a:bodyPr>
          <a:lstStyle>
            <a:lvl1pPr algn="l" rtl="0" eaLnBrk="1" fontAlgn="base" hangingPunct="1">
              <a:lnSpc>
                <a:spcPts val="7706"/>
              </a:lnSpc>
              <a:spcBef>
                <a:spcPct val="30000"/>
              </a:spcBef>
              <a:spcAft>
                <a:spcPct val="30000"/>
              </a:spcAft>
              <a:defRPr sz="7200" b="1" spc="0">
                <a:solidFill>
                  <a:srgbClr val="FFCC33"/>
                </a:solidFill>
                <a:latin typeface="Arial"/>
                <a:ea typeface="ＭＳ Ｐゴシック" charset="0"/>
                <a:cs typeface="Arial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609585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6pPr>
            <a:lvl7pPr marL="121917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7pPr>
            <a:lvl8pPr marL="1828754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8pPr>
            <a:lvl9pPr marL="2438339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sv-SE" sz="5000" kern="0" dirty="0"/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CA110E29-DC9C-D0AE-6658-BB5F696F8BE1}"/>
              </a:ext>
            </a:extLst>
          </p:cNvPr>
          <p:cNvSpPr txBox="1">
            <a:spLocks/>
          </p:cNvSpPr>
          <p:nvPr/>
        </p:nvSpPr>
        <p:spPr>
          <a:xfrm>
            <a:off x="3485029" y="3965415"/>
            <a:ext cx="9105903" cy="1492623"/>
          </a:xfrm>
          <a:prstGeom prst="rect">
            <a:avLst/>
          </a:prstGeom>
        </p:spPr>
        <p:txBody>
          <a:bodyPr lIns="121920" tIns="60960" rIns="121920" bIns="60960" anchor="t">
            <a:noAutofit/>
          </a:bodyPr>
          <a:lstStyle>
            <a:lvl1pPr algn="l" rtl="0" eaLnBrk="1" fontAlgn="base" hangingPunct="1">
              <a:lnSpc>
                <a:spcPts val="7706"/>
              </a:lnSpc>
              <a:spcBef>
                <a:spcPct val="30000"/>
              </a:spcBef>
              <a:spcAft>
                <a:spcPct val="30000"/>
              </a:spcAft>
              <a:defRPr sz="7200" b="1" spc="0">
                <a:solidFill>
                  <a:srgbClr val="FFCC33"/>
                </a:solidFill>
                <a:latin typeface="Arial"/>
                <a:ea typeface="ＭＳ Ｐゴシック" charset="0"/>
                <a:cs typeface="Arial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609585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6pPr>
            <a:lvl7pPr marL="121917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7pPr>
            <a:lvl8pPr marL="1828754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8pPr>
            <a:lvl9pPr marL="2438339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sv-SE" sz="5000" kern="0" dirty="0"/>
              <a:t>Martin Högstedt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1AFC333-3455-F9B2-D666-CEEC3AC119F3}"/>
              </a:ext>
            </a:extLst>
          </p:cNvPr>
          <p:cNvSpPr txBox="1">
            <a:spLocks/>
          </p:cNvSpPr>
          <p:nvPr/>
        </p:nvSpPr>
        <p:spPr>
          <a:xfrm>
            <a:off x="9621369" y="1317812"/>
            <a:ext cx="9105903" cy="1492623"/>
          </a:xfrm>
          <a:prstGeom prst="rect">
            <a:avLst/>
          </a:prstGeom>
        </p:spPr>
        <p:txBody>
          <a:bodyPr lIns="121920" tIns="60960" rIns="121920" bIns="60960" anchor="t">
            <a:noAutofit/>
          </a:bodyPr>
          <a:lstStyle>
            <a:lvl1pPr algn="l" rtl="0" eaLnBrk="1" fontAlgn="base" hangingPunct="1">
              <a:lnSpc>
                <a:spcPts val="7706"/>
              </a:lnSpc>
              <a:spcBef>
                <a:spcPct val="30000"/>
              </a:spcBef>
              <a:spcAft>
                <a:spcPct val="30000"/>
              </a:spcAft>
              <a:defRPr sz="7200" b="1" spc="0">
                <a:solidFill>
                  <a:srgbClr val="FFCC33"/>
                </a:solidFill>
                <a:latin typeface="Arial"/>
                <a:ea typeface="ＭＳ Ｐゴシック" charset="0"/>
                <a:cs typeface="Arial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609585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6pPr>
            <a:lvl7pPr marL="121917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7pPr>
            <a:lvl8pPr marL="1828754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8pPr>
            <a:lvl9pPr marL="2438339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sv-SE" sz="2800" kern="0" dirty="0"/>
              <a:t>*in 2024</a:t>
            </a:r>
          </a:p>
        </p:txBody>
      </p:sp>
    </p:spTree>
    <p:extLst>
      <p:ext uri="{BB962C8B-B14F-4D97-AF65-F5344CB8AC3E}">
        <p14:creationId xmlns:p14="http://schemas.microsoft.com/office/powerpoint/2010/main" val="644073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21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72370C-DF07-270B-9EAD-9EEC0E16FC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D88D7B7F-398A-3D0A-BE74-E6A53CCDC756}"/>
              </a:ext>
            </a:extLst>
          </p:cNvPr>
          <p:cNvSpPr txBox="1">
            <a:spLocks/>
          </p:cNvSpPr>
          <p:nvPr/>
        </p:nvSpPr>
        <p:spPr>
          <a:xfrm>
            <a:off x="3216088" y="430264"/>
            <a:ext cx="6909547" cy="1492623"/>
          </a:xfrm>
          <a:prstGeom prst="rect">
            <a:avLst/>
          </a:prstGeom>
        </p:spPr>
        <p:txBody>
          <a:bodyPr lIns="121920" tIns="60960" rIns="121920" bIns="60960" anchor="t">
            <a:noAutofit/>
          </a:bodyPr>
          <a:lstStyle>
            <a:lvl1pPr algn="l" rtl="0" eaLnBrk="1" fontAlgn="base" hangingPunct="1">
              <a:lnSpc>
                <a:spcPts val="7706"/>
              </a:lnSpc>
              <a:spcBef>
                <a:spcPct val="30000"/>
              </a:spcBef>
              <a:spcAft>
                <a:spcPct val="30000"/>
              </a:spcAft>
              <a:defRPr sz="7200" b="1" spc="0">
                <a:solidFill>
                  <a:srgbClr val="FFCC33"/>
                </a:solidFill>
                <a:latin typeface="Arial"/>
                <a:ea typeface="ＭＳ Ｐゴシック" charset="0"/>
                <a:cs typeface="Arial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609585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6pPr>
            <a:lvl7pPr marL="121917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7pPr>
            <a:lvl8pPr marL="1828754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8pPr>
            <a:lvl9pPr marL="2438339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sv-SE" sz="5000" kern="0" dirty="0" err="1"/>
              <a:t>Naughty</a:t>
            </a:r>
            <a:r>
              <a:rPr lang="sv-SE" sz="5000" kern="0" dirty="0"/>
              <a:t> list</a:t>
            </a: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89D83250-0D00-5349-7EE2-71F567EF63EF}"/>
              </a:ext>
            </a:extLst>
          </p:cNvPr>
          <p:cNvSpPr txBox="1">
            <a:spLocks/>
          </p:cNvSpPr>
          <p:nvPr/>
        </p:nvSpPr>
        <p:spPr>
          <a:xfrm>
            <a:off x="777688" y="2331494"/>
            <a:ext cx="6169958" cy="1305242"/>
          </a:xfrm>
          <a:prstGeom prst="rect">
            <a:avLst/>
          </a:prstGeom>
        </p:spPr>
        <p:txBody>
          <a:bodyPr lIns="121920" tIns="60960" rIns="121920" bIns="60960" anchor="t">
            <a:noAutofit/>
          </a:bodyPr>
          <a:lstStyle>
            <a:lvl1pPr algn="l" rtl="0" eaLnBrk="1" fontAlgn="base" hangingPunct="1">
              <a:lnSpc>
                <a:spcPts val="7706"/>
              </a:lnSpc>
              <a:spcBef>
                <a:spcPct val="30000"/>
              </a:spcBef>
              <a:spcAft>
                <a:spcPct val="30000"/>
              </a:spcAft>
              <a:defRPr sz="7200" b="1" spc="0">
                <a:solidFill>
                  <a:srgbClr val="FFCC33"/>
                </a:solidFill>
                <a:latin typeface="Arial"/>
                <a:ea typeface="ＭＳ Ｐゴシック" charset="0"/>
                <a:cs typeface="Arial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609585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6pPr>
            <a:lvl7pPr marL="121917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7pPr>
            <a:lvl8pPr marL="1828754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8pPr>
            <a:lvl9pPr marL="2438339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sv-SE" sz="3200" kern="0" dirty="0"/>
              <a:t>15:05-16:00</a:t>
            </a:r>
            <a:r>
              <a:rPr lang="sv-SE" sz="5000" kern="0" dirty="0"/>
              <a:t> </a:t>
            </a:r>
            <a:r>
              <a:rPr lang="sv-SE" sz="3200" kern="0" dirty="0"/>
              <a:t>Kalle och hans 		</a:t>
            </a: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B052AEF6-3A78-155D-D17B-3B2FD4098D1F}"/>
              </a:ext>
            </a:extLst>
          </p:cNvPr>
          <p:cNvSpPr txBox="1">
            <a:spLocks/>
          </p:cNvSpPr>
          <p:nvPr/>
        </p:nvSpPr>
        <p:spPr>
          <a:xfrm>
            <a:off x="2095498" y="4074459"/>
            <a:ext cx="6909547" cy="1492623"/>
          </a:xfrm>
          <a:prstGeom prst="rect">
            <a:avLst/>
          </a:prstGeom>
        </p:spPr>
        <p:txBody>
          <a:bodyPr lIns="121920" tIns="60960" rIns="121920" bIns="60960" anchor="t">
            <a:noAutofit/>
          </a:bodyPr>
          <a:lstStyle>
            <a:lvl1pPr algn="l" rtl="0" eaLnBrk="1" fontAlgn="base" hangingPunct="1">
              <a:lnSpc>
                <a:spcPts val="7706"/>
              </a:lnSpc>
              <a:spcBef>
                <a:spcPct val="30000"/>
              </a:spcBef>
              <a:spcAft>
                <a:spcPct val="30000"/>
              </a:spcAft>
              <a:defRPr sz="7200" b="1" spc="0">
                <a:solidFill>
                  <a:srgbClr val="FFCC33"/>
                </a:solidFill>
                <a:latin typeface="Arial"/>
                <a:ea typeface="ＭＳ Ｐゴシック" charset="0"/>
                <a:cs typeface="Arial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609585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6pPr>
            <a:lvl7pPr marL="121917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7pPr>
            <a:lvl8pPr marL="1828754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8pPr>
            <a:lvl9pPr marL="2438339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sv-SE" sz="5000" kern="0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52317C74-774E-3C81-9EAF-310E2E3618C5}"/>
              </a:ext>
            </a:extLst>
          </p:cNvPr>
          <p:cNvSpPr txBox="1">
            <a:spLocks/>
          </p:cNvSpPr>
          <p:nvPr/>
        </p:nvSpPr>
        <p:spPr>
          <a:xfrm>
            <a:off x="114300" y="2624437"/>
            <a:ext cx="10576112" cy="1492623"/>
          </a:xfrm>
          <a:prstGeom prst="rect">
            <a:avLst/>
          </a:prstGeom>
        </p:spPr>
        <p:txBody>
          <a:bodyPr lIns="121920" tIns="60960" rIns="121920" bIns="60960" anchor="t">
            <a:noAutofit/>
          </a:bodyPr>
          <a:lstStyle>
            <a:lvl1pPr algn="l" rtl="0" eaLnBrk="1" fontAlgn="base" hangingPunct="1">
              <a:lnSpc>
                <a:spcPts val="7706"/>
              </a:lnSpc>
              <a:spcBef>
                <a:spcPct val="30000"/>
              </a:spcBef>
              <a:spcAft>
                <a:spcPct val="30000"/>
              </a:spcAft>
              <a:defRPr sz="7200" b="1" spc="0">
                <a:solidFill>
                  <a:srgbClr val="FFCC33"/>
                </a:solidFill>
                <a:latin typeface="Arial"/>
                <a:ea typeface="ＭＳ Ｐゴシック" charset="0"/>
                <a:cs typeface="Arial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609585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6pPr>
            <a:lvl7pPr marL="121917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7pPr>
            <a:lvl8pPr marL="1828754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8pPr>
            <a:lvl9pPr marL="2438339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sv-SE" sz="3200" kern="0" dirty="0"/>
              <a:t> 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D825FBC5-1BC6-59CF-DA18-6A1843AB1FE0}"/>
              </a:ext>
            </a:extLst>
          </p:cNvPr>
          <p:cNvSpPr txBox="1">
            <a:spLocks/>
          </p:cNvSpPr>
          <p:nvPr/>
        </p:nvSpPr>
        <p:spPr>
          <a:xfrm>
            <a:off x="114300" y="3216862"/>
            <a:ext cx="10576112" cy="1492623"/>
          </a:xfrm>
          <a:prstGeom prst="rect">
            <a:avLst/>
          </a:prstGeom>
        </p:spPr>
        <p:txBody>
          <a:bodyPr lIns="121920" tIns="60960" rIns="121920" bIns="60960" anchor="t">
            <a:noAutofit/>
          </a:bodyPr>
          <a:lstStyle>
            <a:lvl1pPr algn="l" rtl="0" eaLnBrk="1" fontAlgn="base" hangingPunct="1">
              <a:lnSpc>
                <a:spcPts val="7706"/>
              </a:lnSpc>
              <a:spcBef>
                <a:spcPct val="30000"/>
              </a:spcBef>
              <a:spcAft>
                <a:spcPct val="30000"/>
              </a:spcAft>
              <a:defRPr sz="7200" b="1" spc="0">
                <a:solidFill>
                  <a:srgbClr val="FFCC33"/>
                </a:solidFill>
                <a:latin typeface="Arial"/>
                <a:ea typeface="ＭＳ Ｐゴシック" charset="0"/>
                <a:cs typeface="Arial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609585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6pPr>
            <a:lvl7pPr marL="121917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7pPr>
            <a:lvl8pPr marL="1828754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8pPr>
            <a:lvl9pPr marL="2438339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sv-SE" sz="3200" kern="0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850BBF39-DD72-67AB-9507-06D00986F2BF}"/>
              </a:ext>
            </a:extLst>
          </p:cNvPr>
          <p:cNvSpPr txBox="1">
            <a:spLocks/>
          </p:cNvSpPr>
          <p:nvPr/>
        </p:nvSpPr>
        <p:spPr>
          <a:xfrm>
            <a:off x="114300" y="4731897"/>
            <a:ext cx="10576112" cy="1492623"/>
          </a:xfrm>
          <a:prstGeom prst="rect">
            <a:avLst/>
          </a:prstGeom>
        </p:spPr>
        <p:txBody>
          <a:bodyPr lIns="121920" tIns="60960" rIns="121920" bIns="60960" anchor="t">
            <a:noAutofit/>
          </a:bodyPr>
          <a:lstStyle>
            <a:lvl1pPr algn="l" rtl="0" eaLnBrk="1" fontAlgn="base" hangingPunct="1">
              <a:lnSpc>
                <a:spcPts val="7706"/>
              </a:lnSpc>
              <a:spcBef>
                <a:spcPct val="30000"/>
              </a:spcBef>
              <a:spcAft>
                <a:spcPct val="30000"/>
              </a:spcAft>
              <a:defRPr sz="7200" b="1" spc="0">
                <a:solidFill>
                  <a:srgbClr val="FFCC33"/>
                </a:solidFill>
                <a:latin typeface="Arial"/>
                <a:ea typeface="ＭＳ Ｐゴシック" charset="0"/>
                <a:cs typeface="Arial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609585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6pPr>
            <a:lvl7pPr marL="121917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7pPr>
            <a:lvl8pPr marL="1828754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8pPr>
            <a:lvl9pPr marL="2438339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sv-SE" sz="3200" kern="0" dirty="0"/>
              <a:t>19:45-19:55 H.M. Konungens jultal: 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2B120783-39CB-D54B-6C8D-45BF51A8639D}"/>
              </a:ext>
            </a:extLst>
          </p:cNvPr>
          <p:cNvSpPr txBox="1">
            <a:spLocks/>
          </p:cNvSpPr>
          <p:nvPr/>
        </p:nvSpPr>
        <p:spPr>
          <a:xfrm>
            <a:off x="114300" y="4186518"/>
            <a:ext cx="10576112" cy="1492623"/>
          </a:xfrm>
          <a:prstGeom prst="rect">
            <a:avLst/>
          </a:prstGeom>
        </p:spPr>
        <p:txBody>
          <a:bodyPr lIns="121920" tIns="60960" rIns="121920" bIns="60960" anchor="t">
            <a:noAutofit/>
          </a:bodyPr>
          <a:lstStyle>
            <a:lvl1pPr algn="l" rtl="0" eaLnBrk="1" fontAlgn="base" hangingPunct="1">
              <a:lnSpc>
                <a:spcPts val="7706"/>
              </a:lnSpc>
              <a:spcBef>
                <a:spcPct val="30000"/>
              </a:spcBef>
              <a:spcAft>
                <a:spcPct val="30000"/>
              </a:spcAft>
              <a:defRPr sz="7200" b="1" spc="0">
                <a:solidFill>
                  <a:srgbClr val="FFCC33"/>
                </a:solidFill>
                <a:latin typeface="Arial"/>
                <a:ea typeface="ＭＳ Ｐゴシック" charset="0"/>
                <a:cs typeface="Arial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609585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6pPr>
            <a:lvl7pPr marL="121917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7pPr>
            <a:lvl8pPr marL="1828754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8pPr>
            <a:lvl9pPr marL="2438339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sv-SE" sz="3200" kern="0" dirty="0"/>
              <a:t>Juldagen: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52C1D089-E919-D426-C5A5-B0F80388AE6C}"/>
              </a:ext>
            </a:extLst>
          </p:cNvPr>
          <p:cNvSpPr txBox="1">
            <a:spLocks/>
          </p:cNvSpPr>
          <p:nvPr/>
        </p:nvSpPr>
        <p:spPr>
          <a:xfrm>
            <a:off x="114300" y="1442563"/>
            <a:ext cx="10576112" cy="1492623"/>
          </a:xfrm>
          <a:prstGeom prst="rect">
            <a:avLst/>
          </a:prstGeom>
        </p:spPr>
        <p:txBody>
          <a:bodyPr lIns="121920" tIns="60960" rIns="121920" bIns="60960" anchor="t">
            <a:noAutofit/>
          </a:bodyPr>
          <a:lstStyle>
            <a:lvl1pPr algn="l" rtl="0" eaLnBrk="1" fontAlgn="base" hangingPunct="1">
              <a:lnSpc>
                <a:spcPts val="7706"/>
              </a:lnSpc>
              <a:spcBef>
                <a:spcPct val="30000"/>
              </a:spcBef>
              <a:spcAft>
                <a:spcPct val="30000"/>
              </a:spcAft>
              <a:defRPr sz="7200" b="1" spc="0">
                <a:solidFill>
                  <a:srgbClr val="FFCC33"/>
                </a:solidFill>
                <a:latin typeface="Arial"/>
                <a:ea typeface="ＭＳ Ｐゴシック" charset="0"/>
                <a:cs typeface="Arial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609585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6pPr>
            <a:lvl7pPr marL="121917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7pPr>
            <a:lvl8pPr marL="1828754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8pPr>
            <a:lvl9pPr marL="2438339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sv-SE" sz="3200" kern="0" dirty="0"/>
              <a:t>Julafton: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BE02F527-B66C-03B3-1C76-C966A1A366F9}"/>
              </a:ext>
            </a:extLst>
          </p:cNvPr>
          <p:cNvSpPr txBox="1">
            <a:spLocks/>
          </p:cNvSpPr>
          <p:nvPr/>
        </p:nvSpPr>
        <p:spPr>
          <a:xfrm>
            <a:off x="6705600" y="3058454"/>
            <a:ext cx="874060" cy="849773"/>
          </a:xfrm>
          <a:prstGeom prst="rect">
            <a:avLst/>
          </a:prstGeom>
        </p:spPr>
        <p:txBody>
          <a:bodyPr lIns="121920" tIns="60960" rIns="121920" bIns="60960" anchor="t">
            <a:noAutofit/>
          </a:bodyPr>
          <a:lstStyle>
            <a:lvl1pPr algn="l" rtl="0" eaLnBrk="1" fontAlgn="base" hangingPunct="1">
              <a:lnSpc>
                <a:spcPts val="7706"/>
              </a:lnSpc>
              <a:spcBef>
                <a:spcPct val="30000"/>
              </a:spcBef>
              <a:spcAft>
                <a:spcPct val="30000"/>
              </a:spcAft>
              <a:defRPr sz="7200" b="1" spc="0">
                <a:solidFill>
                  <a:srgbClr val="FFCC33"/>
                </a:solidFill>
                <a:latin typeface="Arial"/>
                <a:ea typeface="ＭＳ Ｐゴシック" charset="0"/>
                <a:cs typeface="Arial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609585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6pPr>
            <a:lvl7pPr marL="121917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7pPr>
            <a:lvl8pPr marL="1828754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8pPr>
            <a:lvl9pPr marL="2438339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sv-SE" sz="3200" kern="0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D0154C29-7459-456A-332D-8770FE95F1DD}"/>
              </a:ext>
            </a:extLst>
          </p:cNvPr>
          <p:cNvSpPr txBox="1">
            <a:spLocks/>
          </p:cNvSpPr>
          <p:nvPr/>
        </p:nvSpPr>
        <p:spPr>
          <a:xfrm>
            <a:off x="7158317" y="2633568"/>
            <a:ext cx="874060" cy="849773"/>
          </a:xfrm>
          <a:prstGeom prst="rect">
            <a:avLst/>
          </a:prstGeom>
        </p:spPr>
        <p:txBody>
          <a:bodyPr lIns="121920" tIns="60960" rIns="121920" bIns="60960" anchor="t">
            <a:noAutofit/>
          </a:bodyPr>
          <a:lstStyle>
            <a:lvl1pPr algn="l" rtl="0" eaLnBrk="1" fontAlgn="base" hangingPunct="1">
              <a:lnSpc>
                <a:spcPts val="7706"/>
              </a:lnSpc>
              <a:spcBef>
                <a:spcPct val="30000"/>
              </a:spcBef>
              <a:spcAft>
                <a:spcPct val="30000"/>
              </a:spcAft>
              <a:defRPr sz="7200" b="1" spc="0">
                <a:solidFill>
                  <a:srgbClr val="FFCC33"/>
                </a:solidFill>
                <a:latin typeface="Arial"/>
                <a:ea typeface="ＭＳ Ｐゴシック" charset="0"/>
                <a:cs typeface="Arial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609585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6pPr>
            <a:lvl7pPr marL="121917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7pPr>
            <a:lvl8pPr marL="1828754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8pPr>
            <a:lvl9pPr marL="2438339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sv-SE" sz="3200" kern="0" dirty="0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58A32A9C-64CA-446D-BA2A-49E06E5804A5}"/>
              </a:ext>
            </a:extLst>
          </p:cNvPr>
          <p:cNvSpPr txBox="1">
            <a:spLocks/>
          </p:cNvSpPr>
          <p:nvPr/>
        </p:nvSpPr>
        <p:spPr>
          <a:xfrm>
            <a:off x="1750357" y="3071082"/>
            <a:ext cx="4731126" cy="1305242"/>
          </a:xfrm>
          <a:prstGeom prst="rect">
            <a:avLst/>
          </a:prstGeom>
        </p:spPr>
        <p:txBody>
          <a:bodyPr lIns="121920" tIns="60960" rIns="121920" bIns="60960" anchor="t">
            <a:noAutofit/>
          </a:bodyPr>
          <a:lstStyle>
            <a:lvl1pPr algn="l" rtl="0" eaLnBrk="1" fontAlgn="base" hangingPunct="1">
              <a:lnSpc>
                <a:spcPts val="7706"/>
              </a:lnSpc>
              <a:spcBef>
                <a:spcPct val="30000"/>
              </a:spcBef>
              <a:spcAft>
                <a:spcPct val="30000"/>
              </a:spcAft>
              <a:defRPr sz="7200" b="1" spc="0">
                <a:solidFill>
                  <a:srgbClr val="FFCC33"/>
                </a:solidFill>
                <a:latin typeface="Arial"/>
                <a:ea typeface="ＭＳ Ｐゴシック" charset="0"/>
                <a:cs typeface="Arial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609585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6pPr>
            <a:lvl7pPr marL="121917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7pPr>
            <a:lvl8pPr marL="1828754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8pPr>
            <a:lvl9pPr marL="2438339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sv-SE" sz="3200" kern="0" dirty="0"/>
              <a:t>vänner önskar god jul:		</a:t>
            </a:r>
          </a:p>
        </p:txBody>
      </p:sp>
    </p:spTree>
    <p:extLst>
      <p:ext uri="{BB962C8B-B14F-4D97-AF65-F5344CB8AC3E}">
        <p14:creationId xmlns:p14="http://schemas.microsoft.com/office/powerpoint/2010/main" val="21200917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5" grpId="0"/>
      <p:bldP spid="6" grpId="0"/>
      <p:bldP spid="7" grpId="0"/>
      <p:bldP spid="8" grpId="0"/>
      <p:bldP spid="14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962ACC-D7A7-AFA5-B854-CF066C0BA3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A6C4BC4F-101E-7F32-F210-DBDEC73A0DA5}"/>
              </a:ext>
            </a:extLst>
          </p:cNvPr>
          <p:cNvSpPr txBox="1">
            <a:spLocks/>
          </p:cNvSpPr>
          <p:nvPr/>
        </p:nvSpPr>
        <p:spPr>
          <a:xfrm>
            <a:off x="3216088" y="430264"/>
            <a:ext cx="6909547" cy="1492623"/>
          </a:xfrm>
          <a:prstGeom prst="rect">
            <a:avLst/>
          </a:prstGeom>
        </p:spPr>
        <p:txBody>
          <a:bodyPr lIns="121920" tIns="60960" rIns="121920" bIns="60960" anchor="t">
            <a:noAutofit/>
          </a:bodyPr>
          <a:lstStyle>
            <a:lvl1pPr algn="l" rtl="0" eaLnBrk="1" fontAlgn="base" hangingPunct="1">
              <a:lnSpc>
                <a:spcPts val="7706"/>
              </a:lnSpc>
              <a:spcBef>
                <a:spcPct val="30000"/>
              </a:spcBef>
              <a:spcAft>
                <a:spcPct val="30000"/>
              </a:spcAft>
              <a:defRPr sz="7200" b="1" spc="0">
                <a:solidFill>
                  <a:srgbClr val="FFCC33"/>
                </a:solidFill>
                <a:latin typeface="Arial"/>
                <a:ea typeface="ＭＳ Ｐゴシック" charset="0"/>
                <a:cs typeface="Arial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609585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6pPr>
            <a:lvl7pPr marL="121917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7pPr>
            <a:lvl8pPr marL="1828754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8pPr>
            <a:lvl9pPr marL="2438339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sv-SE" sz="5000" kern="0" dirty="0" err="1"/>
              <a:t>Naughty</a:t>
            </a:r>
            <a:r>
              <a:rPr lang="sv-SE" sz="5000" kern="0" dirty="0"/>
              <a:t> list</a:t>
            </a: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5E29F663-06C3-06A8-F06C-37CB582B87EA}"/>
              </a:ext>
            </a:extLst>
          </p:cNvPr>
          <p:cNvSpPr txBox="1">
            <a:spLocks/>
          </p:cNvSpPr>
          <p:nvPr/>
        </p:nvSpPr>
        <p:spPr>
          <a:xfrm>
            <a:off x="777688" y="2331494"/>
            <a:ext cx="6169958" cy="1305242"/>
          </a:xfrm>
          <a:prstGeom prst="rect">
            <a:avLst/>
          </a:prstGeom>
        </p:spPr>
        <p:txBody>
          <a:bodyPr lIns="121920" tIns="60960" rIns="121920" bIns="60960" anchor="t">
            <a:noAutofit/>
          </a:bodyPr>
          <a:lstStyle>
            <a:lvl1pPr algn="l" rtl="0" eaLnBrk="1" fontAlgn="base" hangingPunct="1">
              <a:lnSpc>
                <a:spcPts val="7706"/>
              </a:lnSpc>
              <a:spcBef>
                <a:spcPct val="30000"/>
              </a:spcBef>
              <a:spcAft>
                <a:spcPct val="30000"/>
              </a:spcAft>
              <a:defRPr sz="7200" b="1" spc="0">
                <a:solidFill>
                  <a:srgbClr val="FFCC33"/>
                </a:solidFill>
                <a:latin typeface="Arial"/>
                <a:ea typeface="ＭＳ Ｐゴシック" charset="0"/>
                <a:cs typeface="Arial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609585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6pPr>
            <a:lvl7pPr marL="121917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7pPr>
            <a:lvl8pPr marL="1828754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8pPr>
            <a:lvl9pPr marL="2438339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sv-SE" sz="3200" kern="0" dirty="0"/>
              <a:t>15:05-16:00</a:t>
            </a:r>
            <a:r>
              <a:rPr lang="sv-SE" sz="5000" kern="0" dirty="0"/>
              <a:t> </a:t>
            </a:r>
            <a:r>
              <a:rPr lang="sv-SE" sz="3200" kern="0" dirty="0"/>
              <a:t>Kalle och hans 		</a:t>
            </a: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0BF0BCC5-7C12-BF81-3726-69DB876F3D9A}"/>
              </a:ext>
            </a:extLst>
          </p:cNvPr>
          <p:cNvSpPr txBox="1">
            <a:spLocks/>
          </p:cNvSpPr>
          <p:nvPr/>
        </p:nvSpPr>
        <p:spPr>
          <a:xfrm>
            <a:off x="2095498" y="4074459"/>
            <a:ext cx="6909547" cy="1492623"/>
          </a:xfrm>
          <a:prstGeom prst="rect">
            <a:avLst/>
          </a:prstGeom>
        </p:spPr>
        <p:txBody>
          <a:bodyPr lIns="121920" tIns="60960" rIns="121920" bIns="60960" anchor="t">
            <a:noAutofit/>
          </a:bodyPr>
          <a:lstStyle>
            <a:lvl1pPr algn="l" rtl="0" eaLnBrk="1" fontAlgn="base" hangingPunct="1">
              <a:lnSpc>
                <a:spcPts val="7706"/>
              </a:lnSpc>
              <a:spcBef>
                <a:spcPct val="30000"/>
              </a:spcBef>
              <a:spcAft>
                <a:spcPct val="30000"/>
              </a:spcAft>
              <a:defRPr sz="7200" b="1" spc="0">
                <a:solidFill>
                  <a:srgbClr val="FFCC33"/>
                </a:solidFill>
                <a:latin typeface="Arial"/>
                <a:ea typeface="ＭＳ Ｐゴシック" charset="0"/>
                <a:cs typeface="Arial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609585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6pPr>
            <a:lvl7pPr marL="121917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7pPr>
            <a:lvl8pPr marL="1828754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8pPr>
            <a:lvl9pPr marL="2438339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sv-SE" sz="5000" kern="0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B0329104-D5DF-EA25-89F3-848C6DC9C45E}"/>
              </a:ext>
            </a:extLst>
          </p:cNvPr>
          <p:cNvSpPr txBox="1">
            <a:spLocks/>
          </p:cNvSpPr>
          <p:nvPr/>
        </p:nvSpPr>
        <p:spPr>
          <a:xfrm>
            <a:off x="114300" y="2624437"/>
            <a:ext cx="10576112" cy="1492623"/>
          </a:xfrm>
          <a:prstGeom prst="rect">
            <a:avLst/>
          </a:prstGeom>
        </p:spPr>
        <p:txBody>
          <a:bodyPr lIns="121920" tIns="60960" rIns="121920" bIns="60960" anchor="t">
            <a:noAutofit/>
          </a:bodyPr>
          <a:lstStyle>
            <a:lvl1pPr algn="l" rtl="0" eaLnBrk="1" fontAlgn="base" hangingPunct="1">
              <a:lnSpc>
                <a:spcPts val="7706"/>
              </a:lnSpc>
              <a:spcBef>
                <a:spcPct val="30000"/>
              </a:spcBef>
              <a:spcAft>
                <a:spcPct val="30000"/>
              </a:spcAft>
              <a:defRPr sz="7200" b="1" spc="0">
                <a:solidFill>
                  <a:srgbClr val="FFCC33"/>
                </a:solidFill>
                <a:latin typeface="Arial"/>
                <a:ea typeface="ＭＳ Ｐゴシック" charset="0"/>
                <a:cs typeface="Arial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609585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6pPr>
            <a:lvl7pPr marL="121917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7pPr>
            <a:lvl8pPr marL="1828754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8pPr>
            <a:lvl9pPr marL="2438339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sv-SE" sz="3200" kern="0" dirty="0"/>
              <a:t> 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C0615F2-024B-F5A2-584D-8BF55C9F5493}"/>
              </a:ext>
            </a:extLst>
          </p:cNvPr>
          <p:cNvSpPr txBox="1">
            <a:spLocks/>
          </p:cNvSpPr>
          <p:nvPr/>
        </p:nvSpPr>
        <p:spPr>
          <a:xfrm>
            <a:off x="114300" y="3216862"/>
            <a:ext cx="10576112" cy="1492623"/>
          </a:xfrm>
          <a:prstGeom prst="rect">
            <a:avLst/>
          </a:prstGeom>
        </p:spPr>
        <p:txBody>
          <a:bodyPr lIns="121920" tIns="60960" rIns="121920" bIns="60960" anchor="t">
            <a:noAutofit/>
          </a:bodyPr>
          <a:lstStyle>
            <a:lvl1pPr algn="l" rtl="0" eaLnBrk="1" fontAlgn="base" hangingPunct="1">
              <a:lnSpc>
                <a:spcPts val="7706"/>
              </a:lnSpc>
              <a:spcBef>
                <a:spcPct val="30000"/>
              </a:spcBef>
              <a:spcAft>
                <a:spcPct val="30000"/>
              </a:spcAft>
              <a:defRPr sz="7200" b="1" spc="0">
                <a:solidFill>
                  <a:srgbClr val="FFCC33"/>
                </a:solidFill>
                <a:latin typeface="Arial"/>
                <a:ea typeface="ＭＳ Ｐゴシック" charset="0"/>
                <a:cs typeface="Arial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609585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6pPr>
            <a:lvl7pPr marL="121917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7pPr>
            <a:lvl8pPr marL="1828754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8pPr>
            <a:lvl9pPr marL="2438339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sv-SE" sz="3200" kern="0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94BB8B80-EA03-5A5D-81B4-C5BF004D6B46}"/>
              </a:ext>
            </a:extLst>
          </p:cNvPr>
          <p:cNvSpPr txBox="1">
            <a:spLocks/>
          </p:cNvSpPr>
          <p:nvPr/>
        </p:nvSpPr>
        <p:spPr>
          <a:xfrm>
            <a:off x="114300" y="4731897"/>
            <a:ext cx="10576112" cy="1492623"/>
          </a:xfrm>
          <a:prstGeom prst="rect">
            <a:avLst/>
          </a:prstGeom>
        </p:spPr>
        <p:txBody>
          <a:bodyPr lIns="121920" tIns="60960" rIns="121920" bIns="60960" anchor="t">
            <a:noAutofit/>
          </a:bodyPr>
          <a:lstStyle>
            <a:lvl1pPr algn="l" rtl="0" eaLnBrk="1" fontAlgn="base" hangingPunct="1">
              <a:lnSpc>
                <a:spcPts val="7706"/>
              </a:lnSpc>
              <a:spcBef>
                <a:spcPct val="30000"/>
              </a:spcBef>
              <a:spcAft>
                <a:spcPct val="30000"/>
              </a:spcAft>
              <a:defRPr sz="7200" b="1" spc="0">
                <a:solidFill>
                  <a:srgbClr val="FFCC33"/>
                </a:solidFill>
                <a:latin typeface="Arial"/>
                <a:ea typeface="ＭＳ Ｐゴシック" charset="0"/>
                <a:cs typeface="Arial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609585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6pPr>
            <a:lvl7pPr marL="121917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7pPr>
            <a:lvl8pPr marL="1828754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8pPr>
            <a:lvl9pPr marL="2438339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sv-SE" sz="3200" kern="0" dirty="0"/>
              <a:t>19:45-19:55 H.M. Konungens jultal: 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F04A0CAF-5E62-754C-73D4-9C829C12F0D1}"/>
              </a:ext>
            </a:extLst>
          </p:cNvPr>
          <p:cNvSpPr txBox="1">
            <a:spLocks/>
          </p:cNvSpPr>
          <p:nvPr/>
        </p:nvSpPr>
        <p:spPr>
          <a:xfrm>
            <a:off x="114300" y="4186518"/>
            <a:ext cx="10576112" cy="1492623"/>
          </a:xfrm>
          <a:prstGeom prst="rect">
            <a:avLst/>
          </a:prstGeom>
        </p:spPr>
        <p:txBody>
          <a:bodyPr lIns="121920" tIns="60960" rIns="121920" bIns="60960" anchor="t">
            <a:noAutofit/>
          </a:bodyPr>
          <a:lstStyle>
            <a:lvl1pPr algn="l" rtl="0" eaLnBrk="1" fontAlgn="base" hangingPunct="1">
              <a:lnSpc>
                <a:spcPts val="7706"/>
              </a:lnSpc>
              <a:spcBef>
                <a:spcPct val="30000"/>
              </a:spcBef>
              <a:spcAft>
                <a:spcPct val="30000"/>
              </a:spcAft>
              <a:defRPr sz="7200" b="1" spc="0">
                <a:solidFill>
                  <a:srgbClr val="FFCC33"/>
                </a:solidFill>
                <a:latin typeface="Arial"/>
                <a:ea typeface="ＭＳ Ｐゴシック" charset="0"/>
                <a:cs typeface="Arial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609585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6pPr>
            <a:lvl7pPr marL="121917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7pPr>
            <a:lvl8pPr marL="1828754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8pPr>
            <a:lvl9pPr marL="2438339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sv-SE" sz="3200" kern="0" dirty="0"/>
              <a:t>Juldagen: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BFEB56ED-8272-A5B7-6577-B628CC61FF7B}"/>
              </a:ext>
            </a:extLst>
          </p:cNvPr>
          <p:cNvSpPr txBox="1">
            <a:spLocks/>
          </p:cNvSpPr>
          <p:nvPr/>
        </p:nvSpPr>
        <p:spPr>
          <a:xfrm>
            <a:off x="114300" y="1442563"/>
            <a:ext cx="10576112" cy="1492623"/>
          </a:xfrm>
          <a:prstGeom prst="rect">
            <a:avLst/>
          </a:prstGeom>
        </p:spPr>
        <p:txBody>
          <a:bodyPr lIns="121920" tIns="60960" rIns="121920" bIns="60960" anchor="t">
            <a:noAutofit/>
          </a:bodyPr>
          <a:lstStyle>
            <a:lvl1pPr algn="l" rtl="0" eaLnBrk="1" fontAlgn="base" hangingPunct="1">
              <a:lnSpc>
                <a:spcPts val="7706"/>
              </a:lnSpc>
              <a:spcBef>
                <a:spcPct val="30000"/>
              </a:spcBef>
              <a:spcAft>
                <a:spcPct val="30000"/>
              </a:spcAft>
              <a:defRPr sz="7200" b="1" spc="0">
                <a:solidFill>
                  <a:srgbClr val="FFCC33"/>
                </a:solidFill>
                <a:latin typeface="Arial"/>
                <a:ea typeface="ＭＳ Ｐゴシック" charset="0"/>
                <a:cs typeface="Arial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609585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6pPr>
            <a:lvl7pPr marL="121917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7pPr>
            <a:lvl8pPr marL="1828754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8pPr>
            <a:lvl9pPr marL="2438339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sv-SE" sz="3200" kern="0" dirty="0"/>
              <a:t>Julafton: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363BE05A-E0BF-5736-03B6-A1CBF86AF8CE}"/>
              </a:ext>
            </a:extLst>
          </p:cNvPr>
          <p:cNvSpPr txBox="1">
            <a:spLocks/>
          </p:cNvSpPr>
          <p:nvPr/>
        </p:nvSpPr>
        <p:spPr>
          <a:xfrm>
            <a:off x="6705600" y="3058454"/>
            <a:ext cx="874060" cy="849773"/>
          </a:xfrm>
          <a:prstGeom prst="rect">
            <a:avLst/>
          </a:prstGeom>
        </p:spPr>
        <p:txBody>
          <a:bodyPr lIns="121920" tIns="60960" rIns="121920" bIns="60960" anchor="t">
            <a:noAutofit/>
          </a:bodyPr>
          <a:lstStyle>
            <a:lvl1pPr algn="l" rtl="0" eaLnBrk="1" fontAlgn="base" hangingPunct="1">
              <a:lnSpc>
                <a:spcPts val="7706"/>
              </a:lnSpc>
              <a:spcBef>
                <a:spcPct val="30000"/>
              </a:spcBef>
              <a:spcAft>
                <a:spcPct val="30000"/>
              </a:spcAft>
              <a:defRPr sz="7200" b="1" spc="0">
                <a:solidFill>
                  <a:srgbClr val="FFCC33"/>
                </a:solidFill>
                <a:latin typeface="Arial"/>
                <a:ea typeface="ＭＳ Ｐゴシック" charset="0"/>
                <a:cs typeface="Arial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609585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6pPr>
            <a:lvl7pPr marL="121917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7pPr>
            <a:lvl8pPr marL="1828754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8pPr>
            <a:lvl9pPr marL="2438339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sv-SE" sz="3200" kern="0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6F0B6CA7-378F-30AF-1B67-43C6F7EEDEC9}"/>
              </a:ext>
            </a:extLst>
          </p:cNvPr>
          <p:cNvSpPr txBox="1">
            <a:spLocks/>
          </p:cNvSpPr>
          <p:nvPr/>
        </p:nvSpPr>
        <p:spPr>
          <a:xfrm>
            <a:off x="7158317" y="2633568"/>
            <a:ext cx="874060" cy="849773"/>
          </a:xfrm>
          <a:prstGeom prst="rect">
            <a:avLst/>
          </a:prstGeom>
        </p:spPr>
        <p:txBody>
          <a:bodyPr lIns="121920" tIns="60960" rIns="121920" bIns="60960" anchor="t">
            <a:noAutofit/>
          </a:bodyPr>
          <a:lstStyle>
            <a:lvl1pPr algn="l" rtl="0" eaLnBrk="1" fontAlgn="base" hangingPunct="1">
              <a:lnSpc>
                <a:spcPts val="7706"/>
              </a:lnSpc>
              <a:spcBef>
                <a:spcPct val="30000"/>
              </a:spcBef>
              <a:spcAft>
                <a:spcPct val="30000"/>
              </a:spcAft>
              <a:defRPr sz="7200" b="1" spc="0">
                <a:solidFill>
                  <a:srgbClr val="FFCC33"/>
                </a:solidFill>
                <a:latin typeface="Arial"/>
                <a:ea typeface="ＭＳ Ｐゴシック" charset="0"/>
                <a:cs typeface="Arial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609585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6pPr>
            <a:lvl7pPr marL="121917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7pPr>
            <a:lvl8pPr marL="1828754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8pPr>
            <a:lvl9pPr marL="2438339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sv-SE" sz="3200" kern="0" dirty="0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53F7D685-06AF-564D-FB31-B00413C70752}"/>
              </a:ext>
            </a:extLst>
          </p:cNvPr>
          <p:cNvSpPr txBox="1">
            <a:spLocks/>
          </p:cNvSpPr>
          <p:nvPr/>
        </p:nvSpPr>
        <p:spPr>
          <a:xfrm>
            <a:off x="1750357" y="3071082"/>
            <a:ext cx="4731126" cy="1305242"/>
          </a:xfrm>
          <a:prstGeom prst="rect">
            <a:avLst/>
          </a:prstGeom>
        </p:spPr>
        <p:txBody>
          <a:bodyPr lIns="121920" tIns="60960" rIns="121920" bIns="60960" anchor="t">
            <a:noAutofit/>
          </a:bodyPr>
          <a:lstStyle>
            <a:lvl1pPr algn="l" rtl="0" eaLnBrk="1" fontAlgn="base" hangingPunct="1">
              <a:lnSpc>
                <a:spcPts val="7706"/>
              </a:lnSpc>
              <a:spcBef>
                <a:spcPct val="30000"/>
              </a:spcBef>
              <a:spcAft>
                <a:spcPct val="30000"/>
              </a:spcAft>
              <a:defRPr sz="7200" b="1" spc="0">
                <a:solidFill>
                  <a:srgbClr val="FFCC33"/>
                </a:solidFill>
                <a:latin typeface="Arial"/>
                <a:ea typeface="ＭＳ Ｐゴシック" charset="0"/>
                <a:cs typeface="Arial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609585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6pPr>
            <a:lvl7pPr marL="121917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7pPr>
            <a:lvl8pPr marL="1828754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8pPr>
            <a:lvl9pPr marL="2438339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sv-SE" sz="3200" kern="0" dirty="0"/>
              <a:t>vänner önskar god jul:		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A609B65-998B-CB84-21C2-C01688C3F116}"/>
              </a:ext>
            </a:extLst>
          </p:cNvPr>
          <p:cNvSpPr txBox="1"/>
          <p:nvPr/>
        </p:nvSpPr>
        <p:spPr>
          <a:xfrm>
            <a:off x="4228542" y="2102891"/>
            <a:ext cx="388899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E" sz="3200" b="1" dirty="0">
                <a:solidFill>
                  <a:srgbClr val="FF0000"/>
                </a:solidFill>
              </a:rPr>
              <a:t>Johan Alenlöv</a:t>
            </a:r>
          </a:p>
          <a:p>
            <a:r>
              <a:rPr lang="sv-SE" sz="3200" b="1" dirty="0" err="1">
                <a:solidFill>
                  <a:srgbClr val="FF0000"/>
                </a:solidFill>
              </a:rPr>
              <a:t>Elviss</a:t>
            </a:r>
            <a:r>
              <a:rPr lang="sv-SE" sz="3200" b="1" dirty="0">
                <a:solidFill>
                  <a:srgbClr val="FF0000"/>
                </a:solidFill>
              </a:rPr>
              <a:t> </a:t>
            </a:r>
            <a:r>
              <a:rPr lang="sv-SE" sz="3200" b="1" dirty="0" err="1">
                <a:solidFill>
                  <a:srgbClr val="FF0000"/>
                </a:solidFill>
              </a:rPr>
              <a:t>Kustans</a:t>
            </a:r>
            <a:endParaRPr lang="en-SE" sz="32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0430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mph" presetSubtype="0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indefinite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filter="image" prLst="opacity: 0.25">
                                      <p:cBhvr rctx="IE">
                                        <p:cTn id="7" dur="indefinite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mph" presetSubtype="0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indefinite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filter="image" prLst="opacity: 0.25">
                                      <p:cBhvr rctx="IE">
                                        <p:cTn id="10" dur="indefinite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mph" presetSubtype="0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indefinite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filter="image" prLst="opacity: 0.25">
                                      <p:cBhvr rctx="IE">
                                        <p:cTn id="13" dur="indefinite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mph" presetSubtype="0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indefinite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filter="image" prLst="opacity: 0.25">
                                      <p:cBhvr rctx="IE">
                                        <p:cTn id="16" dur="indefinite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9" presetClass="emph" presetSubtype="0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indefinite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filter="image" prLst="opacity: 0.25">
                                      <p:cBhvr rctx="IE">
                                        <p:cTn id="19" dur="indefinite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9" presetClass="emph" presetSubtype="0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indefinite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filter="image" prLst="opacity: 0.25">
                                      <p:cBhvr rctx="IE">
                                        <p:cTn id="22" dur="indefinite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9" presetClass="emph" presetSubtype="0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indefinite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filter="image" prLst="opacity: 0.25">
                                      <p:cBhvr rctx="IE">
                                        <p:cTn id="25" dur="indefinite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9" presetClass="emph" presetSubtype="0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indefinite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filter="image" prLst="opacity: 0.25">
                                      <p:cBhvr rctx="IE">
                                        <p:cTn id="28" dur="indefinite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9" presetClass="emph" presetSubtype="0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indefinite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filter="image" prLst="opacity: 0.25">
                                      <p:cBhvr rctx="IE">
                                        <p:cTn id="31" dur="indefinite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9" presetClass="emph" presetSubtype="0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indefinite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filter="image" prLst="opacity: 0.25">
                                      <p:cBhvr rctx="IE">
                                        <p:cTn id="34" dur="indefinite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9" presetClass="emph" presetSubtype="0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indefinite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filter="image" prLst="opacity: 0.25">
                                      <p:cBhvr rctx="IE">
                                        <p:cTn id="37" dur="indefinite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6" grpId="1"/>
      <p:bldP spid="20" grpId="0"/>
      <p:bldP spid="3" grpId="0"/>
      <p:bldP spid="4" grpId="0"/>
      <p:bldP spid="5" grpId="1"/>
      <p:bldP spid="6" grpId="1"/>
      <p:bldP spid="7" grpId="1"/>
      <p:bldP spid="8" grpId="1"/>
      <p:bldP spid="9" grpId="0"/>
      <p:bldP spid="14" grpId="1"/>
      <p:bldP spid="2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6E5AD7-B45E-48E6-AF0A-A441A8DA2C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E417664B-0AA3-443B-5250-BF9CA90B0D70}"/>
              </a:ext>
            </a:extLst>
          </p:cNvPr>
          <p:cNvSpPr txBox="1">
            <a:spLocks/>
          </p:cNvSpPr>
          <p:nvPr/>
        </p:nvSpPr>
        <p:spPr>
          <a:xfrm>
            <a:off x="3216088" y="430264"/>
            <a:ext cx="6909547" cy="1492623"/>
          </a:xfrm>
          <a:prstGeom prst="rect">
            <a:avLst/>
          </a:prstGeom>
        </p:spPr>
        <p:txBody>
          <a:bodyPr lIns="121920" tIns="60960" rIns="121920" bIns="60960" anchor="t">
            <a:noAutofit/>
          </a:bodyPr>
          <a:lstStyle>
            <a:lvl1pPr algn="l" rtl="0" eaLnBrk="1" fontAlgn="base" hangingPunct="1">
              <a:lnSpc>
                <a:spcPts val="7706"/>
              </a:lnSpc>
              <a:spcBef>
                <a:spcPct val="30000"/>
              </a:spcBef>
              <a:spcAft>
                <a:spcPct val="30000"/>
              </a:spcAft>
              <a:defRPr sz="7200" b="1" spc="0">
                <a:solidFill>
                  <a:srgbClr val="FFCC33"/>
                </a:solidFill>
                <a:latin typeface="Arial"/>
                <a:ea typeface="ＭＳ Ｐゴシック" charset="0"/>
                <a:cs typeface="Arial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609585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6pPr>
            <a:lvl7pPr marL="121917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7pPr>
            <a:lvl8pPr marL="1828754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8pPr>
            <a:lvl9pPr marL="2438339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sv-SE" sz="5000" kern="0" dirty="0" err="1"/>
              <a:t>Naughty</a:t>
            </a:r>
            <a:r>
              <a:rPr lang="sv-SE" sz="5000" kern="0" dirty="0"/>
              <a:t> list</a:t>
            </a: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F4E627C3-1F6C-630E-7A32-96822D7E9AED}"/>
              </a:ext>
            </a:extLst>
          </p:cNvPr>
          <p:cNvSpPr txBox="1">
            <a:spLocks/>
          </p:cNvSpPr>
          <p:nvPr/>
        </p:nvSpPr>
        <p:spPr>
          <a:xfrm>
            <a:off x="777688" y="2331494"/>
            <a:ext cx="6169958" cy="1305242"/>
          </a:xfrm>
          <a:prstGeom prst="rect">
            <a:avLst/>
          </a:prstGeom>
        </p:spPr>
        <p:txBody>
          <a:bodyPr lIns="121920" tIns="60960" rIns="121920" bIns="60960" anchor="t">
            <a:noAutofit/>
          </a:bodyPr>
          <a:lstStyle>
            <a:lvl1pPr algn="l" rtl="0" eaLnBrk="1" fontAlgn="base" hangingPunct="1">
              <a:lnSpc>
                <a:spcPts val="7706"/>
              </a:lnSpc>
              <a:spcBef>
                <a:spcPct val="30000"/>
              </a:spcBef>
              <a:spcAft>
                <a:spcPct val="30000"/>
              </a:spcAft>
              <a:defRPr sz="7200" b="1" spc="0">
                <a:solidFill>
                  <a:srgbClr val="FFCC33"/>
                </a:solidFill>
                <a:latin typeface="Arial"/>
                <a:ea typeface="ＭＳ Ｐゴシック" charset="0"/>
                <a:cs typeface="Arial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609585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6pPr>
            <a:lvl7pPr marL="121917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7pPr>
            <a:lvl8pPr marL="1828754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8pPr>
            <a:lvl9pPr marL="2438339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sv-SE" sz="3200" kern="0" dirty="0"/>
              <a:t>15:05-16:00</a:t>
            </a:r>
            <a:r>
              <a:rPr lang="sv-SE" sz="5000" kern="0" dirty="0"/>
              <a:t> </a:t>
            </a:r>
            <a:r>
              <a:rPr lang="sv-SE" sz="3200" kern="0" dirty="0"/>
              <a:t>Kalle och hans 		</a:t>
            </a: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71EB4748-C99B-66DC-F8F2-69C382951E55}"/>
              </a:ext>
            </a:extLst>
          </p:cNvPr>
          <p:cNvSpPr txBox="1">
            <a:spLocks/>
          </p:cNvSpPr>
          <p:nvPr/>
        </p:nvSpPr>
        <p:spPr>
          <a:xfrm>
            <a:off x="2095498" y="4074459"/>
            <a:ext cx="6909547" cy="1492623"/>
          </a:xfrm>
          <a:prstGeom prst="rect">
            <a:avLst/>
          </a:prstGeom>
        </p:spPr>
        <p:txBody>
          <a:bodyPr lIns="121920" tIns="60960" rIns="121920" bIns="60960" anchor="t">
            <a:noAutofit/>
          </a:bodyPr>
          <a:lstStyle>
            <a:lvl1pPr algn="l" rtl="0" eaLnBrk="1" fontAlgn="base" hangingPunct="1">
              <a:lnSpc>
                <a:spcPts val="7706"/>
              </a:lnSpc>
              <a:spcBef>
                <a:spcPct val="30000"/>
              </a:spcBef>
              <a:spcAft>
                <a:spcPct val="30000"/>
              </a:spcAft>
              <a:defRPr sz="7200" b="1" spc="0">
                <a:solidFill>
                  <a:srgbClr val="FFCC33"/>
                </a:solidFill>
                <a:latin typeface="Arial"/>
                <a:ea typeface="ＭＳ Ｐゴシック" charset="0"/>
                <a:cs typeface="Arial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609585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6pPr>
            <a:lvl7pPr marL="121917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7pPr>
            <a:lvl8pPr marL="1828754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8pPr>
            <a:lvl9pPr marL="2438339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sv-SE" sz="5000" kern="0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1838C027-8438-5407-FE44-4B998D3281AC}"/>
              </a:ext>
            </a:extLst>
          </p:cNvPr>
          <p:cNvSpPr txBox="1">
            <a:spLocks/>
          </p:cNvSpPr>
          <p:nvPr/>
        </p:nvSpPr>
        <p:spPr>
          <a:xfrm>
            <a:off x="114300" y="2624437"/>
            <a:ext cx="10576112" cy="1492623"/>
          </a:xfrm>
          <a:prstGeom prst="rect">
            <a:avLst/>
          </a:prstGeom>
        </p:spPr>
        <p:txBody>
          <a:bodyPr lIns="121920" tIns="60960" rIns="121920" bIns="60960" anchor="t">
            <a:noAutofit/>
          </a:bodyPr>
          <a:lstStyle>
            <a:lvl1pPr algn="l" rtl="0" eaLnBrk="1" fontAlgn="base" hangingPunct="1">
              <a:lnSpc>
                <a:spcPts val="7706"/>
              </a:lnSpc>
              <a:spcBef>
                <a:spcPct val="30000"/>
              </a:spcBef>
              <a:spcAft>
                <a:spcPct val="30000"/>
              </a:spcAft>
              <a:defRPr sz="7200" b="1" spc="0">
                <a:solidFill>
                  <a:srgbClr val="FFCC33"/>
                </a:solidFill>
                <a:latin typeface="Arial"/>
                <a:ea typeface="ＭＳ Ｐゴシック" charset="0"/>
                <a:cs typeface="Arial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609585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6pPr>
            <a:lvl7pPr marL="121917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7pPr>
            <a:lvl8pPr marL="1828754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8pPr>
            <a:lvl9pPr marL="2438339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sv-SE" sz="3200" kern="0" dirty="0"/>
              <a:t> 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DEA0BE2-8947-8AAC-26AA-1C4299A714E4}"/>
              </a:ext>
            </a:extLst>
          </p:cNvPr>
          <p:cNvSpPr txBox="1">
            <a:spLocks/>
          </p:cNvSpPr>
          <p:nvPr/>
        </p:nvSpPr>
        <p:spPr>
          <a:xfrm>
            <a:off x="114300" y="3216862"/>
            <a:ext cx="10576112" cy="1492623"/>
          </a:xfrm>
          <a:prstGeom prst="rect">
            <a:avLst/>
          </a:prstGeom>
        </p:spPr>
        <p:txBody>
          <a:bodyPr lIns="121920" tIns="60960" rIns="121920" bIns="60960" anchor="t">
            <a:noAutofit/>
          </a:bodyPr>
          <a:lstStyle>
            <a:lvl1pPr algn="l" rtl="0" eaLnBrk="1" fontAlgn="base" hangingPunct="1">
              <a:lnSpc>
                <a:spcPts val="7706"/>
              </a:lnSpc>
              <a:spcBef>
                <a:spcPct val="30000"/>
              </a:spcBef>
              <a:spcAft>
                <a:spcPct val="30000"/>
              </a:spcAft>
              <a:defRPr sz="7200" b="1" spc="0">
                <a:solidFill>
                  <a:srgbClr val="FFCC33"/>
                </a:solidFill>
                <a:latin typeface="Arial"/>
                <a:ea typeface="ＭＳ Ｐゴシック" charset="0"/>
                <a:cs typeface="Arial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609585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6pPr>
            <a:lvl7pPr marL="121917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7pPr>
            <a:lvl8pPr marL="1828754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8pPr>
            <a:lvl9pPr marL="2438339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sv-SE" sz="3200" kern="0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612E8013-28F5-49E2-DF71-7B5CB8B1EA6F}"/>
              </a:ext>
            </a:extLst>
          </p:cNvPr>
          <p:cNvSpPr txBox="1">
            <a:spLocks/>
          </p:cNvSpPr>
          <p:nvPr/>
        </p:nvSpPr>
        <p:spPr>
          <a:xfrm>
            <a:off x="114300" y="4731897"/>
            <a:ext cx="10576112" cy="1492623"/>
          </a:xfrm>
          <a:prstGeom prst="rect">
            <a:avLst/>
          </a:prstGeom>
        </p:spPr>
        <p:txBody>
          <a:bodyPr lIns="121920" tIns="60960" rIns="121920" bIns="60960" anchor="t">
            <a:noAutofit/>
          </a:bodyPr>
          <a:lstStyle>
            <a:lvl1pPr algn="l" rtl="0" eaLnBrk="1" fontAlgn="base" hangingPunct="1">
              <a:lnSpc>
                <a:spcPts val="7706"/>
              </a:lnSpc>
              <a:spcBef>
                <a:spcPct val="30000"/>
              </a:spcBef>
              <a:spcAft>
                <a:spcPct val="30000"/>
              </a:spcAft>
              <a:defRPr sz="7200" b="1" spc="0">
                <a:solidFill>
                  <a:srgbClr val="FFCC33"/>
                </a:solidFill>
                <a:latin typeface="Arial"/>
                <a:ea typeface="ＭＳ Ｐゴシック" charset="0"/>
                <a:cs typeface="Arial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609585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6pPr>
            <a:lvl7pPr marL="121917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7pPr>
            <a:lvl8pPr marL="1828754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8pPr>
            <a:lvl9pPr marL="2438339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sv-SE" sz="3200" kern="0" dirty="0"/>
              <a:t>19:45-19:55 H.M. Konungens jultal:  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46FC9021-C017-B4B8-E7EB-4697F9A5A0F0}"/>
              </a:ext>
            </a:extLst>
          </p:cNvPr>
          <p:cNvSpPr txBox="1">
            <a:spLocks/>
          </p:cNvSpPr>
          <p:nvPr/>
        </p:nvSpPr>
        <p:spPr>
          <a:xfrm>
            <a:off x="114300" y="4186518"/>
            <a:ext cx="10576112" cy="1492623"/>
          </a:xfrm>
          <a:prstGeom prst="rect">
            <a:avLst/>
          </a:prstGeom>
        </p:spPr>
        <p:txBody>
          <a:bodyPr lIns="121920" tIns="60960" rIns="121920" bIns="60960" anchor="t">
            <a:noAutofit/>
          </a:bodyPr>
          <a:lstStyle>
            <a:lvl1pPr algn="l" rtl="0" eaLnBrk="1" fontAlgn="base" hangingPunct="1">
              <a:lnSpc>
                <a:spcPts val="7706"/>
              </a:lnSpc>
              <a:spcBef>
                <a:spcPct val="30000"/>
              </a:spcBef>
              <a:spcAft>
                <a:spcPct val="30000"/>
              </a:spcAft>
              <a:defRPr sz="7200" b="1" spc="0">
                <a:solidFill>
                  <a:srgbClr val="FFCC33"/>
                </a:solidFill>
                <a:latin typeface="Arial"/>
                <a:ea typeface="ＭＳ Ｐゴシック" charset="0"/>
                <a:cs typeface="Arial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609585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6pPr>
            <a:lvl7pPr marL="121917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7pPr>
            <a:lvl8pPr marL="1828754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8pPr>
            <a:lvl9pPr marL="2438339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sv-SE" sz="3200" kern="0" dirty="0"/>
              <a:t>Juldagen: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5931EF8C-1427-FA6F-995A-B52912200128}"/>
              </a:ext>
            </a:extLst>
          </p:cNvPr>
          <p:cNvSpPr txBox="1">
            <a:spLocks/>
          </p:cNvSpPr>
          <p:nvPr/>
        </p:nvSpPr>
        <p:spPr>
          <a:xfrm>
            <a:off x="114300" y="1442563"/>
            <a:ext cx="10576112" cy="1492623"/>
          </a:xfrm>
          <a:prstGeom prst="rect">
            <a:avLst/>
          </a:prstGeom>
        </p:spPr>
        <p:txBody>
          <a:bodyPr lIns="121920" tIns="60960" rIns="121920" bIns="60960" anchor="t">
            <a:noAutofit/>
          </a:bodyPr>
          <a:lstStyle>
            <a:lvl1pPr algn="l" rtl="0" eaLnBrk="1" fontAlgn="base" hangingPunct="1">
              <a:lnSpc>
                <a:spcPts val="7706"/>
              </a:lnSpc>
              <a:spcBef>
                <a:spcPct val="30000"/>
              </a:spcBef>
              <a:spcAft>
                <a:spcPct val="30000"/>
              </a:spcAft>
              <a:defRPr sz="7200" b="1" spc="0">
                <a:solidFill>
                  <a:srgbClr val="FFCC33"/>
                </a:solidFill>
                <a:latin typeface="Arial"/>
                <a:ea typeface="ＭＳ Ｐゴシック" charset="0"/>
                <a:cs typeface="Arial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609585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6pPr>
            <a:lvl7pPr marL="121917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7pPr>
            <a:lvl8pPr marL="1828754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8pPr>
            <a:lvl9pPr marL="2438339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sv-SE" sz="3200" kern="0" dirty="0"/>
              <a:t>Julafton: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F8D7F6B-3B41-E329-AA8F-AE79907C5382}"/>
              </a:ext>
            </a:extLst>
          </p:cNvPr>
          <p:cNvSpPr txBox="1">
            <a:spLocks/>
          </p:cNvSpPr>
          <p:nvPr/>
        </p:nvSpPr>
        <p:spPr>
          <a:xfrm>
            <a:off x="6705600" y="3058454"/>
            <a:ext cx="874060" cy="849773"/>
          </a:xfrm>
          <a:prstGeom prst="rect">
            <a:avLst/>
          </a:prstGeom>
        </p:spPr>
        <p:txBody>
          <a:bodyPr lIns="121920" tIns="60960" rIns="121920" bIns="60960" anchor="t">
            <a:noAutofit/>
          </a:bodyPr>
          <a:lstStyle>
            <a:lvl1pPr algn="l" rtl="0" eaLnBrk="1" fontAlgn="base" hangingPunct="1">
              <a:lnSpc>
                <a:spcPts val="7706"/>
              </a:lnSpc>
              <a:spcBef>
                <a:spcPct val="30000"/>
              </a:spcBef>
              <a:spcAft>
                <a:spcPct val="30000"/>
              </a:spcAft>
              <a:defRPr sz="7200" b="1" spc="0">
                <a:solidFill>
                  <a:srgbClr val="FFCC33"/>
                </a:solidFill>
                <a:latin typeface="Arial"/>
                <a:ea typeface="ＭＳ Ｐゴシック" charset="0"/>
                <a:cs typeface="Arial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609585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6pPr>
            <a:lvl7pPr marL="121917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7pPr>
            <a:lvl8pPr marL="1828754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8pPr>
            <a:lvl9pPr marL="2438339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sv-SE" sz="3200" kern="0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85EF98D5-1278-B893-2787-DCE7A5356FE5}"/>
              </a:ext>
            </a:extLst>
          </p:cNvPr>
          <p:cNvSpPr txBox="1">
            <a:spLocks/>
          </p:cNvSpPr>
          <p:nvPr/>
        </p:nvSpPr>
        <p:spPr>
          <a:xfrm>
            <a:off x="7158317" y="2633568"/>
            <a:ext cx="874060" cy="849773"/>
          </a:xfrm>
          <a:prstGeom prst="rect">
            <a:avLst/>
          </a:prstGeom>
        </p:spPr>
        <p:txBody>
          <a:bodyPr lIns="121920" tIns="60960" rIns="121920" bIns="60960" anchor="t">
            <a:noAutofit/>
          </a:bodyPr>
          <a:lstStyle>
            <a:lvl1pPr algn="l" rtl="0" eaLnBrk="1" fontAlgn="base" hangingPunct="1">
              <a:lnSpc>
                <a:spcPts val="7706"/>
              </a:lnSpc>
              <a:spcBef>
                <a:spcPct val="30000"/>
              </a:spcBef>
              <a:spcAft>
                <a:spcPct val="30000"/>
              </a:spcAft>
              <a:defRPr sz="7200" b="1" spc="0">
                <a:solidFill>
                  <a:srgbClr val="FFCC33"/>
                </a:solidFill>
                <a:latin typeface="Arial"/>
                <a:ea typeface="ＭＳ Ｐゴシック" charset="0"/>
                <a:cs typeface="Arial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609585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6pPr>
            <a:lvl7pPr marL="121917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7pPr>
            <a:lvl8pPr marL="1828754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8pPr>
            <a:lvl9pPr marL="2438339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sv-SE" sz="3200" kern="0" dirty="0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188DAB75-338F-69AB-A9A1-3010588AA4A6}"/>
              </a:ext>
            </a:extLst>
          </p:cNvPr>
          <p:cNvSpPr txBox="1">
            <a:spLocks/>
          </p:cNvSpPr>
          <p:nvPr/>
        </p:nvSpPr>
        <p:spPr>
          <a:xfrm>
            <a:off x="1750357" y="3071082"/>
            <a:ext cx="4731126" cy="1305242"/>
          </a:xfrm>
          <a:prstGeom prst="rect">
            <a:avLst/>
          </a:prstGeom>
        </p:spPr>
        <p:txBody>
          <a:bodyPr lIns="121920" tIns="60960" rIns="121920" bIns="60960" anchor="t">
            <a:noAutofit/>
          </a:bodyPr>
          <a:lstStyle>
            <a:lvl1pPr algn="l" rtl="0" eaLnBrk="1" fontAlgn="base" hangingPunct="1">
              <a:lnSpc>
                <a:spcPts val="7706"/>
              </a:lnSpc>
              <a:spcBef>
                <a:spcPct val="30000"/>
              </a:spcBef>
              <a:spcAft>
                <a:spcPct val="30000"/>
              </a:spcAft>
              <a:defRPr sz="7200" b="1" spc="0">
                <a:solidFill>
                  <a:srgbClr val="FFCC33"/>
                </a:solidFill>
                <a:latin typeface="Arial"/>
                <a:ea typeface="ＭＳ Ｐゴシック" charset="0"/>
                <a:cs typeface="Arial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609585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6pPr>
            <a:lvl7pPr marL="121917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7pPr>
            <a:lvl8pPr marL="1828754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8pPr>
            <a:lvl9pPr marL="2438339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sv-SE" sz="3200" kern="0" dirty="0"/>
              <a:t>vänner önskar god jul:		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26C5ACA-DE7B-96D0-E0CA-AE4E41337196}"/>
              </a:ext>
            </a:extLst>
          </p:cNvPr>
          <p:cNvSpPr txBox="1">
            <a:spLocks/>
          </p:cNvSpPr>
          <p:nvPr/>
        </p:nvSpPr>
        <p:spPr>
          <a:xfrm>
            <a:off x="7066431" y="4723013"/>
            <a:ext cx="3030071" cy="864302"/>
          </a:xfrm>
          <a:prstGeom prst="rect">
            <a:avLst/>
          </a:prstGeom>
        </p:spPr>
        <p:txBody>
          <a:bodyPr lIns="121920" tIns="60960" rIns="121920" bIns="60960" anchor="t">
            <a:noAutofit/>
          </a:bodyPr>
          <a:lstStyle>
            <a:lvl1pPr algn="l" rtl="0" eaLnBrk="1" fontAlgn="base" hangingPunct="1">
              <a:lnSpc>
                <a:spcPts val="7706"/>
              </a:lnSpc>
              <a:spcBef>
                <a:spcPct val="30000"/>
              </a:spcBef>
              <a:spcAft>
                <a:spcPct val="30000"/>
              </a:spcAft>
              <a:defRPr sz="7200" b="1" spc="0">
                <a:solidFill>
                  <a:srgbClr val="FFCC33"/>
                </a:solidFill>
                <a:latin typeface="Arial"/>
                <a:ea typeface="ＭＳ Ｐゴシック" charset="0"/>
                <a:cs typeface="Arial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609585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6pPr>
            <a:lvl7pPr marL="121917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7pPr>
            <a:lvl8pPr marL="1828754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8pPr>
            <a:lvl9pPr marL="2438339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sv-SE" sz="3200" kern="0" dirty="0"/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7711078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BB5C40-B00B-7524-A3B7-77C87896E2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5A8F9A-38CD-4990-D194-F744AB41D1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66424" y="2578827"/>
            <a:ext cx="8181387" cy="2598291"/>
          </a:xfrm>
        </p:spPr>
        <p:txBody>
          <a:bodyPr lIns="121920" tIns="60960" rIns="121920" bIns="60960" anchor="t">
            <a:normAutofit fontScale="90000"/>
          </a:bodyPr>
          <a:lstStyle/>
          <a:p>
            <a:r>
              <a:rPr lang="en-SE" sz="22200" dirty="0"/>
              <a:t>1</a:t>
            </a:r>
            <a:br>
              <a:rPr lang="en-SE" dirty="0"/>
            </a:br>
            <a:br>
              <a:rPr lang="sv-SE" dirty="0"/>
            </a:br>
            <a:br>
              <a:rPr lang="sv-SE" dirty="0"/>
            </a:br>
            <a:endParaRPr lang="sv-S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itle 1">
                <a:extLst>
                  <a:ext uri="{FF2B5EF4-FFF2-40B4-BE49-F238E27FC236}">
                    <a16:creationId xmlns:a16="http://schemas.microsoft.com/office/drawing/2014/main" id="{48268D53-343C-E32A-DEFF-E7426406709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134297" y="3455894"/>
                <a:ext cx="7089688" cy="1492623"/>
              </a:xfrm>
              <a:prstGeom prst="rect">
                <a:avLst/>
              </a:prstGeom>
            </p:spPr>
            <p:txBody>
              <a:bodyPr lIns="121920" tIns="60960" rIns="121920" bIns="60960" anchor="t">
                <a:noAutofit/>
              </a:bodyPr>
              <a:lstStyle>
                <a:lvl1pPr algn="l" rtl="0" eaLnBrk="1" fontAlgn="base" hangingPunct="1">
                  <a:lnSpc>
                    <a:spcPts val="7706"/>
                  </a:lnSpc>
                  <a:spcBef>
                    <a:spcPct val="30000"/>
                  </a:spcBef>
                  <a:spcAft>
                    <a:spcPct val="30000"/>
                  </a:spcAft>
                  <a:defRPr sz="7200" b="1" spc="0">
                    <a:solidFill>
                      <a:srgbClr val="FFCC33"/>
                    </a:solidFill>
                    <a:latin typeface="Arial"/>
                    <a:ea typeface="ＭＳ Ｐゴシック" charset="0"/>
                    <a:cs typeface="Arial"/>
                  </a:defRPr>
                </a:lvl1pPr>
                <a:lvl2pPr algn="l" rtl="0" eaLnBrk="1" fontAlgn="base" hangingPunct="1">
                  <a:spcBef>
                    <a:spcPct val="0"/>
                  </a:spcBef>
                  <a:spcAft>
                    <a:spcPct val="0"/>
                  </a:spcAft>
                  <a:defRPr sz="3200" b="1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2pPr>
                <a:lvl3pPr algn="l" rtl="0" eaLnBrk="1" fontAlgn="base" hangingPunct="1">
                  <a:spcBef>
                    <a:spcPct val="0"/>
                  </a:spcBef>
                  <a:spcAft>
                    <a:spcPct val="0"/>
                  </a:spcAft>
                  <a:defRPr sz="3200" b="1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3pPr>
                <a:lvl4pPr algn="l" rtl="0" eaLnBrk="1" fontAlgn="base" hangingPunct="1">
                  <a:spcBef>
                    <a:spcPct val="0"/>
                  </a:spcBef>
                  <a:spcAft>
                    <a:spcPct val="0"/>
                  </a:spcAft>
                  <a:defRPr sz="3200" b="1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4pPr>
                <a:lvl5pPr algn="l" rtl="0" eaLnBrk="1" fontAlgn="base" hangingPunct="1">
                  <a:spcBef>
                    <a:spcPct val="0"/>
                  </a:spcBef>
                  <a:spcAft>
                    <a:spcPct val="0"/>
                  </a:spcAft>
                  <a:defRPr sz="3200" b="1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5pPr>
                <a:lvl6pPr marL="609585" algn="l" rtl="0" eaLnBrk="1" fontAlgn="base" hangingPunct="1">
                  <a:spcBef>
                    <a:spcPct val="0"/>
                  </a:spcBef>
                  <a:spcAft>
                    <a:spcPct val="0"/>
                  </a:spcAft>
                  <a:defRPr sz="3200" b="1">
                    <a:solidFill>
                      <a:schemeClr val="tx1"/>
                    </a:solidFill>
                    <a:latin typeface="Arial" charset="0"/>
                  </a:defRPr>
                </a:lvl6pPr>
                <a:lvl7pPr marL="1219170" algn="l" rtl="0" eaLnBrk="1" fontAlgn="base" hangingPunct="1">
                  <a:spcBef>
                    <a:spcPct val="0"/>
                  </a:spcBef>
                  <a:spcAft>
                    <a:spcPct val="0"/>
                  </a:spcAft>
                  <a:defRPr sz="3200" b="1">
                    <a:solidFill>
                      <a:schemeClr val="tx1"/>
                    </a:solidFill>
                    <a:latin typeface="Arial" charset="0"/>
                  </a:defRPr>
                </a:lvl7pPr>
                <a:lvl8pPr marL="1828754" algn="l" rtl="0" eaLnBrk="1" fontAlgn="base" hangingPunct="1">
                  <a:spcBef>
                    <a:spcPct val="0"/>
                  </a:spcBef>
                  <a:spcAft>
                    <a:spcPct val="0"/>
                  </a:spcAft>
                  <a:defRPr sz="3200" b="1">
                    <a:solidFill>
                      <a:schemeClr val="tx1"/>
                    </a:solidFill>
                    <a:latin typeface="Arial" charset="0"/>
                  </a:defRPr>
                </a:lvl8pPr>
                <a:lvl9pPr marL="2438339" algn="l" rtl="0" eaLnBrk="1" fontAlgn="base" hangingPunct="1">
                  <a:spcBef>
                    <a:spcPct val="0"/>
                  </a:spcBef>
                  <a:spcAft>
                    <a:spcPct val="0"/>
                  </a:spcAft>
                  <a:defRPr sz="32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r>
                  <a:rPr lang="sv-SE" sz="5000" kern="0" dirty="0"/>
                  <a:t>Finished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sv-SE" sz="5000" i="1" kern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sv-SE" sz="5000" b="1" i="1" kern="0" smtClean="0">
                            <a:latin typeface="Cambria Math" panose="02040503050406030204" pitchFamily="18" charset="0"/>
                          </a:rPr>
                          <m:t>𝟐</m:t>
                        </m:r>
                      </m:e>
                      <m:sup>
                        <m:r>
                          <a:rPr lang="sv-SE" sz="5000" b="1" i="1" kern="0" smtClean="0">
                            <a:latin typeface="Cambria Math" panose="02040503050406030204" pitchFamily="18" charset="0"/>
                          </a:rPr>
                          <m:t>𝒏𝒅</m:t>
                        </m:r>
                      </m:sup>
                    </m:sSup>
                  </m:oMath>
                </a14:m>
                <a:endParaRPr lang="sv-SE" sz="5000" kern="0" dirty="0"/>
              </a:p>
            </p:txBody>
          </p:sp>
        </mc:Choice>
        <mc:Fallback xmlns="">
          <p:sp>
            <p:nvSpPr>
              <p:cNvPr id="10" name="Title 1">
                <a:extLst>
                  <a:ext uri="{FF2B5EF4-FFF2-40B4-BE49-F238E27FC236}">
                    <a16:creationId xmlns:a16="http://schemas.microsoft.com/office/drawing/2014/main" id="{48268D53-343C-E32A-DEFF-E742640670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34297" y="3455894"/>
                <a:ext cx="7089688" cy="1492623"/>
              </a:xfrm>
              <a:prstGeom prst="rect">
                <a:avLst/>
              </a:prstGeom>
              <a:blipFill>
                <a:blip r:embed="rId2"/>
                <a:stretch>
                  <a:fillRect l="-3757" t="-1695"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1">
            <a:extLst>
              <a:ext uri="{FF2B5EF4-FFF2-40B4-BE49-F238E27FC236}">
                <a16:creationId xmlns:a16="http://schemas.microsoft.com/office/drawing/2014/main" id="{AB09BBD6-6811-D7A3-449D-7E7D5C3D3075}"/>
              </a:ext>
            </a:extLst>
          </p:cNvPr>
          <p:cNvSpPr txBox="1">
            <a:spLocks/>
          </p:cNvSpPr>
          <p:nvPr/>
        </p:nvSpPr>
        <p:spPr>
          <a:xfrm>
            <a:off x="2551156" y="2480981"/>
            <a:ext cx="7089688" cy="1492623"/>
          </a:xfrm>
          <a:prstGeom prst="rect">
            <a:avLst/>
          </a:prstGeom>
        </p:spPr>
        <p:txBody>
          <a:bodyPr lIns="121920" tIns="60960" rIns="121920" bIns="60960" anchor="t">
            <a:noAutofit/>
          </a:bodyPr>
          <a:lstStyle>
            <a:lvl1pPr algn="l" rtl="0" eaLnBrk="1" fontAlgn="base" hangingPunct="1">
              <a:lnSpc>
                <a:spcPts val="7706"/>
              </a:lnSpc>
              <a:spcBef>
                <a:spcPct val="30000"/>
              </a:spcBef>
              <a:spcAft>
                <a:spcPct val="30000"/>
              </a:spcAft>
              <a:defRPr sz="7200" b="1" spc="0">
                <a:solidFill>
                  <a:srgbClr val="FFCC33"/>
                </a:solidFill>
                <a:latin typeface="Arial"/>
                <a:ea typeface="ＭＳ Ｐゴシック" charset="0"/>
                <a:cs typeface="Arial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609585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6pPr>
            <a:lvl7pPr marL="121917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7pPr>
            <a:lvl8pPr marL="1828754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8pPr>
            <a:lvl9pPr marL="2438339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sv-SE" sz="5000" kern="0" dirty="0"/>
              <a:t>Astrid Lauenstein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3E003AB-4344-4869-EEEA-CDDCB3049A70}"/>
              </a:ext>
            </a:extLst>
          </p:cNvPr>
          <p:cNvSpPr txBox="1">
            <a:spLocks/>
          </p:cNvSpPr>
          <p:nvPr/>
        </p:nvSpPr>
        <p:spPr>
          <a:xfrm>
            <a:off x="2134297" y="4316506"/>
            <a:ext cx="7089688" cy="1492623"/>
          </a:xfrm>
          <a:prstGeom prst="rect">
            <a:avLst/>
          </a:prstGeom>
        </p:spPr>
        <p:txBody>
          <a:bodyPr lIns="121920" tIns="60960" rIns="121920" bIns="60960" anchor="t">
            <a:noAutofit/>
          </a:bodyPr>
          <a:lstStyle>
            <a:lvl1pPr algn="l" rtl="0" eaLnBrk="1" fontAlgn="base" hangingPunct="1">
              <a:lnSpc>
                <a:spcPts val="7706"/>
              </a:lnSpc>
              <a:spcBef>
                <a:spcPct val="30000"/>
              </a:spcBef>
              <a:spcAft>
                <a:spcPct val="30000"/>
              </a:spcAft>
              <a:defRPr sz="7200" b="1" spc="0">
                <a:solidFill>
                  <a:srgbClr val="FFCC33"/>
                </a:solidFill>
                <a:latin typeface="Arial"/>
                <a:ea typeface="ＭＳ Ｐゴシック" charset="0"/>
                <a:cs typeface="Arial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609585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6pPr>
            <a:lvl7pPr marL="121917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7pPr>
            <a:lvl8pPr marL="1828754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8pPr>
            <a:lvl9pPr marL="2438339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GB" sz="5400" dirty="0"/>
              <a:t>PS5</a:t>
            </a:r>
            <a:endParaRPr lang="sv-SE" sz="5000" kern="0" dirty="0"/>
          </a:p>
        </p:txBody>
      </p:sp>
    </p:spTree>
    <p:extLst>
      <p:ext uri="{BB962C8B-B14F-4D97-AF65-F5344CB8AC3E}">
        <p14:creationId xmlns:p14="http://schemas.microsoft.com/office/powerpoint/2010/main" val="28330682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mph" presetSubtype="0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indefinite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filter="image" prLst="opacity: 0.25">
                                      <p:cBhvr rctx="IE">
                                        <p:cTn id="15" dur="indefinite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mph" presetSubtype="0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indefinite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filter="image" prLst="opacity: 0.25">
                                      <p:cBhvr rctx="IE">
                                        <p:cTn id="18" dur="indefinite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mph" presetSubtype="0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indefinite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filter="image" prLst="opacity: 0.25">
                                      <p:cBhvr rctx="IE">
                                        <p:cTn id="21" dur="indefinite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0" grpId="0"/>
      <p:bldP spid="10" grpId="1"/>
      <p:bldP spid="3" grpId="0"/>
      <p:bldP spid="4" grpId="0"/>
      <p:bldP spid="4" grpId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3680FF-8C8E-F152-4C59-08521334F5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A680E1-90B2-4AC8-6407-3787B5D9890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05306" y="2632615"/>
            <a:ext cx="8900259" cy="2598291"/>
          </a:xfrm>
        </p:spPr>
        <p:txBody>
          <a:bodyPr lIns="121920" tIns="60960" rIns="121920" bIns="60960" anchor="t">
            <a:normAutofit fontScale="90000"/>
          </a:bodyPr>
          <a:lstStyle/>
          <a:p>
            <a:r>
              <a:rPr lang="en-SE" sz="22200" dirty="0"/>
              <a:t>140521</a:t>
            </a:r>
            <a:br>
              <a:rPr lang="en-SE" dirty="0"/>
            </a:br>
            <a:br>
              <a:rPr lang="sv-SE" dirty="0"/>
            </a:br>
            <a:br>
              <a:rPr lang="sv-SE" dirty="0"/>
            </a:br>
            <a:endParaRPr lang="sv-SE" dirty="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ABA3B3C3-FD31-5062-0ED1-0D9F6F2855E6}"/>
              </a:ext>
            </a:extLst>
          </p:cNvPr>
          <p:cNvSpPr txBox="1">
            <a:spLocks/>
          </p:cNvSpPr>
          <p:nvPr/>
        </p:nvSpPr>
        <p:spPr>
          <a:xfrm>
            <a:off x="3156971" y="3516993"/>
            <a:ext cx="6248398" cy="1492623"/>
          </a:xfrm>
          <a:prstGeom prst="rect">
            <a:avLst/>
          </a:prstGeom>
        </p:spPr>
        <p:txBody>
          <a:bodyPr lIns="121920" tIns="60960" rIns="121920" bIns="60960" anchor="t">
            <a:noAutofit/>
          </a:bodyPr>
          <a:lstStyle>
            <a:lvl1pPr algn="l" rtl="0" eaLnBrk="1" fontAlgn="base" hangingPunct="1">
              <a:lnSpc>
                <a:spcPts val="7706"/>
              </a:lnSpc>
              <a:spcBef>
                <a:spcPct val="30000"/>
              </a:spcBef>
              <a:spcAft>
                <a:spcPct val="30000"/>
              </a:spcAft>
              <a:defRPr sz="7200" b="1" spc="0">
                <a:solidFill>
                  <a:srgbClr val="FFCC33"/>
                </a:solidFill>
                <a:latin typeface="Arial"/>
                <a:ea typeface="ＭＳ Ｐゴシック" charset="0"/>
                <a:cs typeface="Arial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609585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6pPr>
            <a:lvl7pPr marL="121917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7pPr>
            <a:lvl8pPr marL="1828754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8pPr>
            <a:lvl9pPr marL="2438339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 marL="685800" indent="-685800">
              <a:lnSpc>
                <a:spcPct val="100000"/>
              </a:lnSpc>
              <a:buSzPct val="80000"/>
              <a:buFont typeface="Arial" panose="020B0604020202020204" pitchFamily="34" charset="0"/>
              <a:buChar char="•"/>
            </a:pPr>
            <a:r>
              <a:rPr lang="sv-SE" sz="5000" kern="0" dirty="0" err="1"/>
              <a:t>Prime</a:t>
            </a:r>
            <a:r>
              <a:rPr lang="sv-SE" sz="5000" kern="0" dirty="0"/>
              <a:t> </a:t>
            </a:r>
            <a:r>
              <a:rPr lang="sv-SE" sz="5000" kern="0" dirty="0" err="1"/>
              <a:t>number</a:t>
            </a:r>
            <a:endParaRPr lang="sv-SE" sz="5000" kern="0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F2B7F88D-C9CD-A9D4-05A9-5BB80FFED0B5}"/>
              </a:ext>
            </a:extLst>
          </p:cNvPr>
          <p:cNvSpPr txBox="1">
            <a:spLocks/>
          </p:cNvSpPr>
          <p:nvPr/>
        </p:nvSpPr>
        <p:spPr>
          <a:xfrm>
            <a:off x="3156970" y="4263304"/>
            <a:ext cx="6248398" cy="1492623"/>
          </a:xfrm>
          <a:prstGeom prst="rect">
            <a:avLst/>
          </a:prstGeom>
        </p:spPr>
        <p:txBody>
          <a:bodyPr lIns="121920" tIns="60960" rIns="121920" bIns="60960" anchor="t">
            <a:noAutofit/>
          </a:bodyPr>
          <a:lstStyle>
            <a:lvl1pPr algn="l" rtl="0" eaLnBrk="1" fontAlgn="base" hangingPunct="1">
              <a:lnSpc>
                <a:spcPts val="7706"/>
              </a:lnSpc>
              <a:spcBef>
                <a:spcPct val="30000"/>
              </a:spcBef>
              <a:spcAft>
                <a:spcPct val="30000"/>
              </a:spcAft>
              <a:defRPr sz="7200" b="1" spc="0">
                <a:solidFill>
                  <a:srgbClr val="FFCC33"/>
                </a:solidFill>
                <a:latin typeface="Arial"/>
                <a:ea typeface="ＭＳ Ｐゴシック" charset="0"/>
                <a:cs typeface="Arial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609585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6pPr>
            <a:lvl7pPr marL="121917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7pPr>
            <a:lvl8pPr marL="1828754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8pPr>
            <a:lvl9pPr marL="2438339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 marL="685800" indent="-685800">
              <a:lnSpc>
                <a:spcPct val="100000"/>
              </a:lnSpc>
              <a:buSzPct val="80000"/>
              <a:buFont typeface="Arial" panose="020B0604020202020204" pitchFamily="34" charset="0"/>
              <a:buChar char="•"/>
            </a:pPr>
            <a:r>
              <a:rPr lang="sv-SE" sz="5000" kern="0" dirty="0" err="1"/>
              <a:t>Engagement</a:t>
            </a:r>
            <a:r>
              <a:rPr lang="sv-SE" sz="5000" kern="0" dirty="0"/>
              <a:t> </a:t>
            </a:r>
            <a:r>
              <a:rPr lang="sv-SE" sz="5000" kern="0" dirty="0" err="1"/>
              <a:t>day</a:t>
            </a:r>
            <a:endParaRPr lang="sv-SE" sz="5000" kern="0" dirty="0"/>
          </a:p>
        </p:txBody>
      </p:sp>
    </p:spTree>
    <p:extLst>
      <p:ext uri="{BB962C8B-B14F-4D97-AF65-F5344CB8AC3E}">
        <p14:creationId xmlns:p14="http://schemas.microsoft.com/office/powerpoint/2010/main" val="41732129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3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6A8087-81D4-5546-8568-44371ED281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937A31-20D6-B877-196D-E91654C8B7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60247" y="2536628"/>
            <a:ext cx="8900259" cy="2598291"/>
          </a:xfrm>
        </p:spPr>
        <p:txBody>
          <a:bodyPr lIns="121920" tIns="60960" rIns="121920" bIns="60960" anchor="t">
            <a:normAutofit fontScale="90000"/>
          </a:bodyPr>
          <a:lstStyle/>
          <a:p>
            <a:r>
              <a:rPr lang="en-SE" sz="22200" dirty="0"/>
              <a:t>3</a:t>
            </a:r>
            <a:br>
              <a:rPr lang="en-SE" dirty="0"/>
            </a:br>
            <a:br>
              <a:rPr lang="sv-SE" dirty="0"/>
            </a:br>
            <a:br>
              <a:rPr lang="sv-SE" dirty="0"/>
            </a:br>
            <a:endParaRPr lang="sv-SE" dirty="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0524E941-A98B-4D66-06C2-E561B160BC29}"/>
              </a:ext>
            </a:extLst>
          </p:cNvPr>
          <p:cNvSpPr txBox="1">
            <a:spLocks/>
          </p:cNvSpPr>
          <p:nvPr/>
        </p:nvSpPr>
        <p:spPr>
          <a:xfrm>
            <a:off x="3156971" y="3516993"/>
            <a:ext cx="6248398" cy="1492623"/>
          </a:xfrm>
          <a:prstGeom prst="rect">
            <a:avLst/>
          </a:prstGeom>
        </p:spPr>
        <p:txBody>
          <a:bodyPr lIns="121920" tIns="60960" rIns="121920" bIns="60960" anchor="t">
            <a:noAutofit/>
          </a:bodyPr>
          <a:lstStyle>
            <a:lvl1pPr algn="l" rtl="0" eaLnBrk="1" fontAlgn="base" hangingPunct="1">
              <a:lnSpc>
                <a:spcPts val="7706"/>
              </a:lnSpc>
              <a:spcBef>
                <a:spcPct val="30000"/>
              </a:spcBef>
              <a:spcAft>
                <a:spcPct val="30000"/>
              </a:spcAft>
              <a:defRPr sz="7200" b="1" spc="0">
                <a:solidFill>
                  <a:srgbClr val="FFCC33"/>
                </a:solidFill>
                <a:latin typeface="Arial"/>
                <a:ea typeface="ＭＳ Ｐゴシック" charset="0"/>
                <a:cs typeface="Arial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609585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6pPr>
            <a:lvl7pPr marL="121917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7pPr>
            <a:lvl8pPr marL="1828754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8pPr>
            <a:lvl9pPr marL="2438339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 marL="685800" indent="-685800">
              <a:lnSpc>
                <a:spcPct val="100000"/>
              </a:lnSpc>
              <a:buSzPct val="80000"/>
              <a:buFont typeface="Arial" panose="020B0604020202020204" pitchFamily="34" charset="0"/>
              <a:buChar char="•"/>
            </a:pPr>
            <a:r>
              <a:rPr lang="sv-SE" sz="5000" kern="0" dirty="0"/>
              <a:t>Gold star events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CDFEE8A6-C45B-AF8C-03C5-E5A50A0D537B}"/>
              </a:ext>
            </a:extLst>
          </p:cNvPr>
          <p:cNvSpPr txBox="1">
            <a:spLocks/>
          </p:cNvSpPr>
          <p:nvPr/>
        </p:nvSpPr>
        <p:spPr>
          <a:xfrm>
            <a:off x="3156970" y="4263304"/>
            <a:ext cx="6248398" cy="1492623"/>
          </a:xfrm>
          <a:prstGeom prst="rect">
            <a:avLst/>
          </a:prstGeom>
        </p:spPr>
        <p:txBody>
          <a:bodyPr lIns="121920" tIns="60960" rIns="121920" bIns="60960" anchor="t">
            <a:noAutofit/>
          </a:bodyPr>
          <a:lstStyle>
            <a:lvl1pPr algn="l" rtl="0" eaLnBrk="1" fontAlgn="base" hangingPunct="1">
              <a:lnSpc>
                <a:spcPts val="7706"/>
              </a:lnSpc>
              <a:spcBef>
                <a:spcPct val="30000"/>
              </a:spcBef>
              <a:spcAft>
                <a:spcPct val="30000"/>
              </a:spcAft>
              <a:defRPr sz="7200" b="1" spc="0">
                <a:solidFill>
                  <a:srgbClr val="FFCC33"/>
                </a:solidFill>
                <a:latin typeface="Arial"/>
                <a:ea typeface="ＭＳ Ｐゴシック" charset="0"/>
                <a:cs typeface="Arial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609585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6pPr>
            <a:lvl7pPr marL="121917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7pPr>
            <a:lvl8pPr marL="1828754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8pPr>
            <a:lvl9pPr marL="2438339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 marL="685800" indent="-685800">
              <a:lnSpc>
                <a:spcPct val="100000"/>
              </a:lnSpc>
              <a:buSzPct val="80000"/>
              <a:buFont typeface="Arial" panose="020B0604020202020204" pitchFamily="34" charset="0"/>
              <a:buChar char="•"/>
            </a:pPr>
            <a:r>
              <a:rPr lang="sv-SE" sz="5000" kern="0" dirty="0"/>
              <a:t>Tradition!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985B5BC4-2076-8994-6E88-BDBB2FBE9DFF}"/>
              </a:ext>
            </a:extLst>
          </p:cNvPr>
          <p:cNvSpPr txBox="1">
            <a:spLocks/>
          </p:cNvSpPr>
          <p:nvPr/>
        </p:nvSpPr>
        <p:spPr>
          <a:xfrm>
            <a:off x="2421865" y="1102073"/>
            <a:ext cx="6248398" cy="1492623"/>
          </a:xfrm>
          <a:prstGeom prst="rect">
            <a:avLst/>
          </a:prstGeom>
        </p:spPr>
        <p:txBody>
          <a:bodyPr lIns="121920" tIns="60960" rIns="121920" bIns="60960" anchor="t">
            <a:noAutofit/>
          </a:bodyPr>
          <a:lstStyle>
            <a:lvl1pPr algn="l" rtl="0" eaLnBrk="1" fontAlgn="base" hangingPunct="1">
              <a:lnSpc>
                <a:spcPts val="7706"/>
              </a:lnSpc>
              <a:spcBef>
                <a:spcPct val="30000"/>
              </a:spcBef>
              <a:spcAft>
                <a:spcPct val="30000"/>
              </a:spcAft>
              <a:defRPr sz="7200" b="1" spc="0">
                <a:solidFill>
                  <a:srgbClr val="FFCC33"/>
                </a:solidFill>
                <a:latin typeface="Arial"/>
                <a:ea typeface="ＭＳ Ｐゴシック" charset="0"/>
                <a:cs typeface="Arial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609585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6pPr>
            <a:lvl7pPr marL="121917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7pPr>
            <a:lvl8pPr marL="1828754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8pPr>
            <a:lvl9pPr marL="2438339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 marL="685800" indent="-685800">
              <a:lnSpc>
                <a:spcPct val="100000"/>
              </a:lnSpc>
              <a:buSzPct val="80000"/>
              <a:buFont typeface="Arial" panose="020B0604020202020204" pitchFamily="34" charset="0"/>
              <a:buChar char="•"/>
            </a:pPr>
            <a:r>
              <a:rPr lang="sv-SE" sz="5000" kern="0" dirty="0" err="1"/>
              <a:t>Hamburgers</a:t>
            </a:r>
            <a:r>
              <a:rPr lang="sv-SE" sz="5000" kern="0" dirty="0"/>
              <a:t> </a:t>
            </a:r>
          </a:p>
        </p:txBody>
      </p:sp>
      <p:pic>
        <p:nvPicPr>
          <p:cNvPr id="7" name="Graphic 6" descr="Tick with solid fill">
            <a:extLst>
              <a:ext uri="{FF2B5EF4-FFF2-40B4-BE49-F238E27FC236}">
                <a16:creationId xmlns:a16="http://schemas.microsoft.com/office/drawing/2014/main" id="{DE2094D4-5652-EF66-F149-C69F5E5E69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73471" y="1001220"/>
            <a:ext cx="914400" cy="914400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B4DE9A0D-8ADC-B28B-CE9F-2A0B80DFCF96}"/>
              </a:ext>
            </a:extLst>
          </p:cNvPr>
          <p:cNvSpPr txBox="1">
            <a:spLocks/>
          </p:cNvSpPr>
          <p:nvPr/>
        </p:nvSpPr>
        <p:spPr>
          <a:xfrm>
            <a:off x="2421865" y="2171114"/>
            <a:ext cx="6248398" cy="1492623"/>
          </a:xfrm>
          <a:prstGeom prst="rect">
            <a:avLst/>
          </a:prstGeom>
        </p:spPr>
        <p:txBody>
          <a:bodyPr lIns="121920" tIns="60960" rIns="121920" bIns="60960" anchor="t">
            <a:noAutofit/>
          </a:bodyPr>
          <a:lstStyle>
            <a:lvl1pPr algn="l" rtl="0" eaLnBrk="1" fontAlgn="base" hangingPunct="1">
              <a:lnSpc>
                <a:spcPts val="7706"/>
              </a:lnSpc>
              <a:spcBef>
                <a:spcPct val="30000"/>
              </a:spcBef>
              <a:spcAft>
                <a:spcPct val="30000"/>
              </a:spcAft>
              <a:defRPr sz="7200" b="1" spc="0">
                <a:solidFill>
                  <a:srgbClr val="FFCC33"/>
                </a:solidFill>
                <a:latin typeface="Arial"/>
                <a:ea typeface="ＭＳ Ｐゴシック" charset="0"/>
                <a:cs typeface="Arial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609585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6pPr>
            <a:lvl7pPr marL="121917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7pPr>
            <a:lvl8pPr marL="1828754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8pPr>
            <a:lvl9pPr marL="2438339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 marL="685800" indent="-685800">
              <a:lnSpc>
                <a:spcPct val="100000"/>
              </a:lnSpc>
              <a:buSzPct val="80000"/>
              <a:buFont typeface="Arial" panose="020B0604020202020204" pitchFamily="34" charset="0"/>
              <a:buChar char="•"/>
            </a:pPr>
            <a:r>
              <a:rPr lang="sv-SE" sz="5000" kern="0" dirty="0"/>
              <a:t>Drinks </a:t>
            </a:r>
          </a:p>
        </p:txBody>
      </p:sp>
      <p:pic>
        <p:nvPicPr>
          <p:cNvPr id="11" name="Graphic 10" descr="Tick with solid fill">
            <a:extLst>
              <a:ext uri="{FF2B5EF4-FFF2-40B4-BE49-F238E27FC236}">
                <a16:creationId xmlns:a16="http://schemas.microsoft.com/office/drawing/2014/main" id="{A3F89BAC-1F04-5170-70B6-19CDF3CBA8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73471" y="2070261"/>
            <a:ext cx="914400" cy="914400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197A31DC-C1C3-EA7F-1112-63F3AA5F555E}"/>
              </a:ext>
            </a:extLst>
          </p:cNvPr>
          <p:cNvSpPr txBox="1">
            <a:spLocks/>
          </p:cNvSpPr>
          <p:nvPr/>
        </p:nvSpPr>
        <p:spPr>
          <a:xfrm>
            <a:off x="2421866" y="3240742"/>
            <a:ext cx="6248398" cy="1492623"/>
          </a:xfrm>
          <a:prstGeom prst="rect">
            <a:avLst/>
          </a:prstGeom>
        </p:spPr>
        <p:txBody>
          <a:bodyPr lIns="121920" tIns="60960" rIns="121920" bIns="60960" anchor="t">
            <a:noAutofit/>
          </a:bodyPr>
          <a:lstStyle>
            <a:lvl1pPr algn="l" rtl="0" eaLnBrk="1" fontAlgn="base" hangingPunct="1">
              <a:lnSpc>
                <a:spcPts val="7706"/>
              </a:lnSpc>
              <a:spcBef>
                <a:spcPct val="30000"/>
              </a:spcBef>
              <a:spcAft>
                <a:spcPct val="30000"/>
              </a:spcAft>
              <a:defRPr sz="7200" b="1" spc="0">
                <a:solidFill>
                  <a:srgbClr val="FFCC33"/>
                </a:solidFill>
                <a:latin typeface="Arial"/>
                <a:ea typeface="ＭＳ Ｐゴシック" charset="0"/>
                <a:cs typeface="Arial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609585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6pPr>
            <a:lvl7pPr marL="121917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7pPr>
            <a:lvl8pPr marL="1828754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8pPr>
            <a:lvl9pPr marL="2438339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 marL="685800" indent="-685800">
              <a:lnSpc>
                <a:spcPct val="100000"/>
              </a:lnSpc>
              <a:buSzPct val="80000"/>
              <a:buFont typeface="Arial" panose="020B0604020202020204" pitchFamily="34" charset="0"/>
              <a:buChar char="•"/>
            </a:pPr>
            <a:r>
              <a:rPr lang="sv-SE" sz="5000" kern="0" dirty="0"/>
              <a:t>Music </a:t>
            </a:r>
            <a:r>
              <a:rPr lang="sv-SE" sz="5000" kern="0" dirty="0" err="1"/>
              <a:t>quiz</a:t>
            </a:r>
            <a:r>
              <a:rPr lang="sv-SE" sz="5000" kern="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2608885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mph" presetSubtype="0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indefinite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filter="image" prLst="opacity: 0.25">
                                      <p:cBhvr rctx="IE">
                                        <p:cTn id="15" dur="indefinite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mph" presetSubtype="0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indefinite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filter="image" prLst="opacity: 0.25">
                                      <p:cBhvr rctx="IE">
                                        <p:cTn id="18" dur="indefinite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mph" presetSubtype="0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indefinite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filter="image" prLst="opacity: 0.25">
                                      <p:cBhvr rctx="IE">
                                        <p:cTn id="21" dur="indefinite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0" grpId="0"/>
      <p:bldP spid="10" grpId="1"/>
      <p:bldP spid="3" grpId="0"/>
      <p:bldP spid="3" grpId="1"/>
      <p:bldP spid="5" grpId="0"/>
      <p:bldP spid="9" grpId="0"/>
      <p:bldP spid="12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4D3B13-8DE9-4BE2-7E6D-661EFFDA01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659F0A63-5024-67BE-229B-B45CCFD926AE}"/>
              </a:ext>
            </a:extLst>
          </p:cNvPr>
          <p:cNvSpPr txBox="1">
            <a:spLocks/>
          </p:cNvSpPr>
          <p:nvPr/>
        </p:nvSpPr>
        <p:spPr>
          <a:xfrm>
            <a:off x="3156970" y="4263304"/>
            <a:ext cx="6248398" cy="1492623"/>
          </a:xfrm>
          <a:prstGeom prst="rect">
            <a:avLst/>
          </a:prstGeom>
        </p:spPr>
        <p:txBody>
          <a:bodyPr lIns="121920" tIns="60960" rIns="121920" bIns="60960" anchor="t">
            <a:noAutofit/>
          </a:bodyPr>
          <a:lstStyle>
            <a:lvl1pPr algn="l" rtl="0" eaLnBrk="1" fontAlgn="base" hangingPunct="1">
              <a:lnSpc>
                <a:spcPts val="7706"/>
              </a:lnSpc>
              <a:spcBef>
                <a:spcPct val="30000"/>
              </a:spcBef>
              <a:spcAft>
                <a:spcPct val="30000"/>
              </a:spcAft>
              <a:defRPr sz="7200" b="1" spc="0">
                <a:solidFill>
                  <a:srgbClr val="FFCC33"/>
                </a:solidFill>
                <a:latin typeface="Arial"/>
                <a:ea typeface="ＭＳ Ｐゴシック" charset="0"/>
                <a:cs typeface="Arial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609585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6pPr>
            <a:lvl7pPr marL="121917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7pPr>
            <a:lvl8pPr marL="1828754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8pPr>
            <a:lvl9pPr marL="2438339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 marL="685800" indent="-685800">
              <a:lnSpc>
                <a:spcPct val="100000"/>
              </a:lnSpc>
              <a:buSzPct val="80000"/>
              <a:buFont typeface="Arial" panose="020B0604020202020204" pitchFamily="34" charset="0"/>
              <a:buChar char="•"/>
            </a:pPr>
            <a:endParaRPr lang="sv-SE" sz="5000" kern="0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264955C2-D413-3FE2-A148-861E7E1C1B43}"/>
              </a:ext>
            </a:extLst>
          </p:cNvPr>
          <p:cNvSpPr txBox="1">
            <a:spLocks/>
          </p:cNvSpPr>
          <p:nvPr/>
        </p:nvSpPr>
        <p:spPr>
          <a:xfrm>
            <a:off x="1306398" y="1437821"/>
            <a:ext cx="7260659" cy="1076779"/>
          </a:xfrm>
          <a:prstGeom prst="rect">
            <a:avLst/>
          </a:prstGeom>
        </p:spPr>
        <p:txBody>
          <a:bodyPr lIns="121920" tIns="60960" rIns="121920" bIns="60960" anchor="t">
            <a:noAutofit/>
          </a:bodyPr>
          <a:lstStyle>
            <a:lvl1pPr algn="l" rtl="0" eaLnBrk="1" fontAlgn="base" hangingPunct="1">
              <a:lnSpc>
                <a:spcPts val="7706"/>
              </a:lnSpc>
              <a:spcBef>
                <a:spcPct val="30000"/>
              </a:spcBef>
              <a:spcAft>
                <a:spcPct val="30000"/>
              </a:spcAft>
              <a:defRPr sz="7200" b="1" spc="0">
                <a:solidFill>
                  <a:srgbClr val="FFCC33"/>
                </a:solidFill>
                <a:latin typeface="Arial"/>
                <a:ea typeface="ＭＳ Ｐゴシック" charset="0"/>
                <a:cs typeface="Arial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609585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6pPr>
            <a:lvl7pPr marL="121917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7pPr>
            <a:lvl8pPr marL="1828754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8pPr>
            <a:lvl9pPr marL="2438339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dirty="0"/>
              <a:t>Patrik Jansson </a:t>
            </a:r>
            <a:r>
              <a:rPr lang="en-GB" sz="2800" dirty="0">
                <a:solidFill>
                  <a:schemeClr val="accent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Popquizkungen.se</a:t>
            </a:r>
            <a:endParaRPr lang="en-GB" sz="2800" dirty="0">
              <a:solidFill>
                <a:schemeClr val="accent1"/>
              </a:solidFill>
            </a:endParaRPr>
          </a:p>
          <a:p>
            <a:endParaRPr lang="en-GB" sz="2800" dirty="0">
              <a:solidFill>
                <a:schemeClr val="accent1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GB" sz="2800" dirty="0">
              <a:solidFill>
                <a:schemeClr val="accent1"/>
              </a:solidFill>
            </a:endParaRPr>
          </a:p>
          <a:p>
            <a:endParaRPr lang="en-GB" sz="2800" dirty="0">
              <a:solidFill>
                <a:schemeClr val="accent1"/>
              </a:solidFill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27E26240-537E-B314-7536-F30E17289707}"/>
              </a:ext>
            </a:extLst>
          </p:cNvPr>
          <p:cNvSpPr txBox="1">
            <a:spLocks/>
          </p:cNvSpPr>
          <p:nvPr/>
        </p:nvSpPr>
        <p:spPr>
          <a:xfrm>
            <a:off x="3216088" y="430264"/>
            <a:ext cx="6909547" cy="1492623"/>
          </a:xfrm>
          <a:prstGeom prst="rect">
            <a:avLst/>
          </a:prstGeom>
        </p:spPr>
        <p:txBody>
          <a:bodyPr lIns="121920" tIns="60960" rIns="121920" bIns="60960" anchor="t">
            <a:noAutofit/>
          </a:bodyPr>
          <a:lstStyle>
            <a:lvl1pPr algn="l" rtl="0" eaLnBrk="1" fontAlgn="base" hangingPunct="1">
              <a:lnSpc>
                <a:spcPts val="7706"/>
              </a:lnSpc>
              <a:spcBef>
                <a:spcPct val="30000"/>
              </a:spcBef>
              <a:spcAft>
                <a:spcPct val="30000"/>
              </a:spcAft>
              <a:defRPr sz="7200" b="1" spc="0">
                <a:solidFill>
                  <a:srgbClr val="FFCC33"/>
                </a:solidFill>
                <a:latin typeface="Arial"/>
                <a:ea typeface="ＭＳ Ｐゴシック" charset="0"/>
                <a:cs typeface="Arial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609585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6pPr>
            <a:lvl7pPr marL="121917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7pPr>
            <a:lvl8pPr marL="1828754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8pPr>
            <a:lvl9pPr marL="2438339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sv-SE" sz="5000" kern="0" dirty="0"/>
              <a:t>Music </a:t>
            </a:r>
            <a:r>
              <a:rPr lang="sv-SE" sz="5000" kern="0" dirty="0" err="1"/>
              <a:t>Quiz</a:t>
            </a:r>
            <a:endParaRPr lang="sv-SE" sz="5000" kern="0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5884646F-4AD6-7A44-7B4E-C12BE5EAA17A}"/>
              </a:ext>
            </a:extLst>
          </p:cNvPr>
          <p:cNvSpPr txBox="1">
            <a:spLocks/>
          </p:cNvSpPr>
          <p:nvPr/>
        </p:nvSpPr>
        <p:spPr>
          <a:xfrm>
            <a:off x="1306397" y="2237984"/>
            <a:ext cx="7260659" cy="1076779"/>
          </a:xfrm>
          <a:prstGeom prst="rect">
            <a:avLst/>
          </a:prstGeom>
        </p:spPr>
        <p:txBody>
          <a:bodyPr lIns="121920" tIns="60960" rIns="121920" bIns="60960" anchor="t">
            <a:noAutofit/>
          </a:bodyPr>
          <a:lstStyle>
            <a:lvl1pPr algn="l" rtl="0" eaLnBrk="1" fontAlgn="base" hangingPunct="1">
              <a:lnSpc>
                <a:spcPts val="7706"/>
              </a:lnSpc>
              <a:spcBef>
                <a:spcPct val="30000"/>
              </a:spcBef>
              <a:spcAft>
                <a:spcPct val="30000"/>
              </a:spcAft>
              <a:defRPr sz="7200" b="1" spc="0">
                <a:solidFill>
                  <a:srgbClr val="FFCC33"/>
                </a:solidFill>
                <a:latin typeface="Arial"/>
                <a:ea typeface="ＭＳ Ｐゴシック" charset="0"/>
                <a:cs typeface="Arial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609585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6pPr>
            <a:lvl7pPr marL="121917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7pPr>
            <a:lvl8pPr marL="1828754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8pPr>
            <a:lvl9pPr marL="2438339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dirty="0"/>
              <a:t>Music quiz in different parts</a:t>
            </a:r>
            <a:endParaRPr lang="en-GB" sz="2800" dirty="0">
              <a:solidFill>
                <a:schemeClr val="accent1"/>
              </a:solidFill>
            </a:endParaRPr>
          </a:p>
          <a:p>
            <a:endParaRPr lang="en-GB" sz="2800" dirty="0">
              <a:solidFill>
                <a:schemeClr val="accent1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GB" sz="2800" dirty="0">
              <a:solidFill>
                <a:schemeClr val="accent1"/>
              </a:solidFill>
            </a:endParaRPr>
          </a:p>
          <a:p>
            <a:endParaRPr lang="en-GB" sz="2800" dirty="0">
              <a:solidFill>
                <a:schemeClr val="accent1"/>
              </a:solidFill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20369B20-330B-2B47-35EC-F56A8171D81E}"/>
              </a:ext>
            </a:extLst>
          </p:cNvPr>
          <p:cNvSpPr txBox="1">
            <a:spLocks/>
          </p:cNvSpPr>
          <p:nvPr/>
        </p:nvSpPr>
        <p:spPr>
          <a:xfrm>
            <a:off x="1306397" y="3038147"/>
            <a:ext cx="7260659" cy="1076779"/>
          </a:xfrm>
          <a:prstGeom prst="rect">
            <a:avLst/>
          </a:prstGeom>
        </p:spPr>
        <p:txBody>
          <a:bodyPr lIns="121920" tIns="60960" rIns="121920" bIns="60960" anchor="t">
            <a:noAutofit/>
          </a:bodyPr>
          <a:lstStyle>
            <a:lvl1pPr algn="l" rtl="0" eaLnBrk="1" fontAlgn="base" hangingPunct="1">
              <a:lnSpc>
                <a:spcPts val="7706"/>
              </a:lnSpc>
              <a:spcBef>
                <a:spcPct val="30000"/>
              </a:spcBef>
              <a:spcAft>
                <a:spcPct val="30000"/>
              </a:spcAft>
              <a:defRPr sz="7200" b="1" spc="0">
                <a:solidFill>
                  <a:srgbClr val="FFCC33"/>
                </a:solidFill>
                <a:latin typeface="Arial"/>
                <a:ea typeface="ＭＳ Ｐゴシック" charset="0"/>
                <a:cs typeface="Arial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609585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6pPr>
            <a:lvl7pPr marL="121917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7pPr>
            <a:lvl8pPr marL="1828754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8pPr>
            <a:lvl9pPr marL="2438339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dirty="0"/>
              <a:t>Organize into teams of max 5</a:t>
            </a:r>
            <a:endParaRPr lang="en-GB" sz="2800" dirty="0">
              <a:solidFill>
                <a:schemeClr val="accent1"/>
              </a:solidFill>
            </a:endParaRPr>
          </a:p>
          <a:p>
            <a:endParaRPr lang="en-GB" sz="2800" dirty="0">
              <a:solidFill>
                <a:schemeClr val="accent1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GB" sz="2800" dirty="0">
              <a:solidFill>
                <a:schemeClr val="accent1"/>
              </a:solidFill>
            </a:endParaRPr>
          </a:p>
          <a:p>
            <a:endParaRPr lang="en-GB" sz="2800" dirty="0">
              <a:solidFill>
                <a:schemeClr val="accent1"/>
              </a:solidFill>
            </a:endParaRP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E245CEDB-0DB8-42B7-DDCE-88D8873DADC2}"/>
              </a:ext>
            </a:extLst>
          </p:cNvPr>
          <p:cNvSpPr txBox="1">
            <a:spLocks/>
          </p:cNvSpPr>
          <p:nvPr/>
        </p:nvSpPr>
        <p:spPr>
          <a:xfrm>
            <a:off x="1306396" y="3932836"/>
            <a:ext cx="7260659" cy="1076779"/>
          </a:xfrm>
          <a:prstGeom prst="rect">
            <a:avLst/>
          </a:prstGeom>
        </p:spPr>
        <p:txBody>
          <a:bodyPr lIns="121920" tIns="60960" rIns="121920" bIns="60960" anchor="t">
            <a:noAutofit/>
          </a:bodyPr>
          <a:lstStyle>
            <a:lvl1pPr algn="l" rtl="0" eaLnBrk="1" fontAlgn="base" hangingPunct="1">
              <a:lnSpc>
                <a:spcPts val="7706"/>
              </a:lnSpc>
              <a:spcBef>
                <a:spcPct val="30000"/>
              </a:spcBef>
              <a:spcAft>
                <a:spcPct val="30000"/>
              </a:spcAft>
              <a:defRPr sz="7200" b="1" spc="0">
                <a:solidFill>
                  <a:srgbClr val="FFCC33"/>
                </a:solidFill>
                <a:latin typeface="Arial"/>
                <a:ea typeface="ＭＳ Ｐゴシック" charset="0"/>
                <a:cs typeface="Arial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609585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6pPr>
            <a:lvl7pPr marL="121917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7pPr>
            <a:lvl8pPr marL="1828754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8pPr>
            <a:lvl9pPr marL="2438339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dirty="0"/>
              <a:t>One team captain to keep your score</a:t>
            </a:r>
            <a:endParaRPr lang="en-GB" sz="2800" dirty="0">
              <a:solidFill>
                <a:schemeClr val="accent1"/>
              </a:solidFill>
            </a:endParaRPr>
          </a:p>
          <a:p>
            <a:endParaRPr lang="en-GB" sz="2800" dirty="0">
              <a:solidFill>
                <a:schemeClr val="accent1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GB" sz="2800" dirty="0">
              <a:solidFill>
                <a:schemeClr val="accent1"/>
              </a:solidFill>
            </a:endParaRPr>
          </a:p>
          <a:p>
            <a:endParaRPr lang="en-GB" sz="28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140222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  <p:bldP spid="9" grpId="0"/>
      <p:bldP spid="11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65F762-2E4D-F4F0-9C79-C3C5E4EDEE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095F4708-C6B8-4877-466A-C663CB7997F5}"/>
              </a:ext>
            </a:extLst>
          </p:cNvPr>
          <p:cNvSpPr txBox="1">
            <a:spLocks/>
          </p:cNvSpPr>
          <p:nvPr/>
        </p:nvSpPr>
        <p:spPr>
          <a:xfrm>
            <a:off x="3156970" y="4263304"/>
            <a:ext cx="6248398" cy="1492623"/>
          </a:xfrm>
          <a:prstGeom prst="rect">
            <a:avLst/>
          </a:prstGeom>
        </p:spPr>
        <p:txBody>
          <a:bodyPr lIns="121920" tIns="60960" rIns="121920" bIns="60960" anchor="t">
            <a:noAutofit/>
          </a:bodyPr>
          <a:lstStyle>
            <a:lvl1pPr algn="l" rtl="0" eaLnBrk="1" fontAlgn="base" hangingPunct="1">
              <a:lnSpc>
                <a:spcPts val="7706"/>
              </a:lnSpc>
              <a:spcBef>
                <a:spcPct val="30000"/>
              </a:spcBef>
              <a:spcAft>
                <a:spcPct val="30000"/>
              </a:spcAft>
              <a:defRPr sz="7200" b="1" spc="0">
                <a:solidFill>
                  <a:srgbClr val="FFCC33"/>
                </a:solidFill>
                <a:latin typeface="Arial"/>
                <a:ea typeface="ＭＳ Ｐゴシック" charset="0"/>
                <a:cs typeface="Arial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609585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6pPr>
            <a:lvl7pPr marL="121917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7pPr>
            <a:lvl8pPr marL="1828754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8pPr>
            <a:lvl9pPr marL="2438339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 marL="685800" indent="-685800">
              <a:lnSpc>
                <a:spcPct val="100000"/>
              </a:lnSpc>
              <a:buSzPct val="80000"/>
              <a:buFont typeface="Arial" panose="020B0604020202020204" pitchFamily="34" charset="0"/>
              <a:buChar char="•"/>
            </a:pPr>
            <a:endParaRPr lang="sv-SE" sz="5000" kern="0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BD6253E8-BD80-5F3B-8AB0-0D3C325BAFFD}"/>
              </a:ext>
            </a:extLst>
          </p:cNvPr>
          <p:cNvSpPr txBox="1">
            <a:spLocks/>
          </p:cNvSpPr>
          <p:nvPr/>
        </p:nvSpPr>
        <p:spPr>
          <a:xfrm>
            <a:off x="3216088" y="430264"/>
            <a:ext cx="6909547" cy="1492623"/>
          </a:xfrm>
          <a:prstGeom prst="rect">
            <a:avLst/>
          </a:prstGeom>
        </p:spPr>
        <p:txBody>
          <a:bodyPr lIns="121920" tIns="60960" rIns="121920" bIns="60960" anchor="t">
            <a:noAutofit/>
          </a:bodyPr>
          <a:lstStyle>
            <a:lvl1pPr algn="l" rtl="0" eaLnBrk="1" fontAlgn="base" hangingPunct="1">
              <a:lnSpc>
                <a:spcPts val="7706"/>
              </a:lnSpc>
              <a:spcBef>
                <a:spcPct val="30000"/>
              </a:spcBef>
              <a:spcAft>
                <a:spcPct val="30000"/>
              </a:spcAft>
              <a:defRPr sz="7200" b="1" spc="0">
                <a:solidFill>
                  <a:srgbClr val="FFCC33"/>
                </a:solidFill>
                <a:latin typeface="Arial"/>
                <a:ea typeface="ＭＳ Ｐゴシック" charset="0"/>
                <a:cs typeface="Arial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609585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6pPr>
            <a:lvl7pPr marL="121917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7pPr>
            <a:lvl8pPr marL="1828754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8pPr>
            <a:lvl9pPr marL="2438339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sv-SE" sz="5000" kern="0" dirty="0"/>
              <a:t>Music </a:t>
            </a:r>
            <a:r>
              <a:rPr lang="sv-SE" sz="5000" kern="0" dirty="0" err="1"/>
              <a:t>Quiz</a:t>
            </a:r>
            <a:endParaRPr lang="sv-SE" sz="5000" kern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6950FDE-F862-EDE5-9BD2-EBF8055369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09875" y="3429000"/>
            <a:ext cx="8900259" cy="2598291"/>
          </a:xfrm>
        </p:spPr>
        <p:txBody>
          <a:bodyPr lIns="121920" tIns="60960" rIns="121920" bIns="60960" anchor="t">
            <a:normAutofit/>
          </a:bodyPr>
          <a:lstStyle/>
          <a:p>
            <a:r>
              <a:rPr lang="en-SE" sz="22200" dirty="0"/>
              <a:t>1</a:t>
            </a:r>
            <a:br>
              <a:rPr lang="sv-SE" dirty="0"/>
            </a:br>
            <a:endParaRPr lang="sv-SE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69F66271-5838-CE54-6F62-0C807646DE03}"/>
              </a:ext>
            </a:extLst>
          </p:cNvPr>
          <p:cNvSpPr txBox="1">
            <a:spLocks/>
          </p:cNvSpPr>
          <p:nvPr/>
        </p:nvSpPr>
        <p:spPr>
          <a:xfrm>
            <a:off x="3216089" y="1427273"/>
            <a:ext cx="4261344" cy="1167423"/>
          </a:xfrm>
          <a:prstGeom prst="rect">
            <a:avLst/>
          </a:prstGeom>
        </p:spPr>
        <p:txBody>
          <a:bodyPr lIns="121920" tIns="60960" rIns="121920" bIns="60960" anchor="t">
            <a:noAutofit/>
          </a:bodyPr>
          <a:lstStyle>
            <a:lvl1pPr algn="l" rtl="0" eaLnBrk="1" fontAlgn="base" hangingPunct="1">
              <a:lnSpc>
                <a:spcPts val="7706"/>
              </a:lnSpc>
              <a:spcBef>
                <a:spcPct val="30000"/>
              </a:spcBef>
              <a:spcAft>
                <a:spcPct val="30000"/>
              </a:spcAft>
              <a:defRPr sz="7200" b="1" spc="0">
                <a:solidFill>
                  <a:srgbClr val="FFCC33"/>
                </a:solidFill>
                <a:latin typeface="Arial"/>
                <a:ea typeface="ＭＳ Ｐゴシック" charset="0"/>
                <a:cs typeface="Arial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609585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6pPr>
            <a:lvl7pPr marL="121917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7pPr>
            <a:lvl8pPr marL="1828754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8pPr>
            <a:lvl9pPr marL="2438339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GB" sz="2800" dirty="0">
                <a:solidFill>
                  <a:schemeClr val="accent1"/>
                </a:solidFill>
              </a:rPr>
              <a:t>Around the world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GB" sz="2800" dirty="0">
              <a:solidFill>
                <a:schemeClr val="accent1"/>
              </a:solidFill>
            </a:endParaRPr>
          </a:p>
          <a:p>
            <a:endParaRPr lang="en-GB" sz="2800" dirty="0">
              <a:solidFill>
                <a:schemeClr val="accent1"/>
              </a:solidFill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5F068CAE-AAE0-5E49-C58F-A412AB498AF2}"/>
              </a:ext>
            </a:extLst>
          </p:cNvPr>
          <p:cNvSpPr txBox="1">
            <a:spLocks/>
          </p:cNvSpPr>
          <p:nvPr/>
        </p:nvSpPr>
        <p:spPr>
          <a:xfrm>
            <a:off x="3216089" y="2429733"/>
            <a:ext cx="4261344" cy="1167423"/>
          </a:xfrm>
          <a:prstGeom prst="rect">
            <a:avLst/>
          </a:prstGeom>
        </p:spPr>
        <p:txBody>
          <a:bodyPr lIns="121920" tIns="60960" rIns="121920" bIns="60960" anchor="t">
            <a:noAutofit/>
          </a:bodyPr>
          <a:lstStyle>
            <a:lvl1pPr algn="l" rtl="0" eaLnBrk="1" fontAlgn="base" hangingPunct="1">
              <a:lnSpc>
                <a:spcPts val="7706"/>
              </a:lnSpc>
              <a:spcBef>
                <a:spcPct val="30000"/>
              </a:spcBef>
              <a:spcAft>
                <a:spcPct val="30000"/>
              </a:spcAft>
              <a:defRPr sz="7200" b="1" spc="0">
                <a:solidFill>
                  <a:srgbClr val="FFCC33"/>
                </a:solidFill>
                <a:latin typeface="Arial"/>
                <a:ea typeface="ＭＳ Ｐゴシック" charset="0"/>
                <a:cs typeface="Arial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609585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6pPr>
            <a:lvl7pPr marL="121917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7pPr>
            <a:lvl8pPr marL="1828754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8pPr>
            <a:lvl9pPr marL="2438339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GB" sz="2800" dirty="0">
                <a:solidFill>
                  <a:schemeClr val="accent1"/>
                </a:solidFill>
              </a:rPr>
              <a:t>20 songs in a medley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GB" sz="2800" dirty="0">
              <a:solidFill>
                <a:schemeClr val="accent1"/>
              </a:solidFill>
            </a:endParaRPr>
          </a:p>
          <a:p>
            <a:endParaRPr lang="en-GB" sz="2800" dirty="0">
              <a:solidFill>
                <a:schemeClr val="accent1"/>
              </a:solidFill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D1E37458-C497-EE22-C8CF-A0AD63992820}"/>
              </a:ext>
            </a:extLst>
          </p:cNvPr>
          <p:cNvSpPr txBox="1">
            <a:spLocks/>
          </p:cNvSpPr>
          <p:nvPr/>
        </p:nvSpPr>
        <p:spPr>
          <a:xfrm>
            <a:off x="3140701" y="3517097"/>
            <a:ext cx="5959053" cy="1167423"/>
          </a:xfrm>
          <a:prstGeom prst="rect">
            <a:avLst/>
          </a:prstGeom>
        </p:spPr>
        <p:txBody>
          <a:bodyPr lIns="121920" tIns="60960" rIns="121920" bIns="60960" anchor="t">
            <a:noAutofit/>
          </a:bodyPr>
          <a:lstStyle>
            <a:lvl1pPr algn="l" rtl="0" eaLnBrk="1" fontAlgn="base" hangingPunct="1">
              <a:lnSpc>
                <a:spcPts val="7706"/>
              </a:lnSpc>
              <a:spcBef>
                <a:spcPct val="30000"/>
              </a:spcBef>
              <a:spcAft>
                <a:spcPct val="30000"/>
              </a:spcAft>
              <a:defRPr sz="7200" b="1" spc="0">
                <a:solidFill>
                  <a:srgbClr val="FFCC33"/>
                </a:solidFill>
                <a:latin typeface="Arial"/>
                <a:ea typeface="ＭＳ Ｐゴシック" charset="0"/>
                <a:cs typeface="Arial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609585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6pPr>
            <a:lvl7pPr marL="121917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7pPr>
            <a:lvl8pPr marL="1828754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8pPr>
            <a:lvl9pPr marL="2438339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GB" sz="2800" dirty="0">
                <a:solidFill>
                  <a:schemeClr val="accent1"/>
                </a:solidFill>
              </a:rPr>
              <a:t>Place of birth of the artist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GB" sz="2800" dirty="0">
              <a:solidFill>
                <a:schemeClr val="accent1"/>
              </a:solidFill>
            </a:endParaRPr>
          </a:p>
          <a:p>
            <a:endParaRPr lang="en-GB" sz="28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046791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mph" presetSubtype="0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indefinite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filter="image" prLst="opacity: 0.25">
                                      <p:cBhvr rctx="IE">
                                        <p:cTn id="7" dur="indefinite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1"/>
      <p:bldP spid="4" grpId="0"/>
      <p:bldP spid="5" grpId="0"/>
      <p:bldP spid="10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A32989-DED2-A1E5-A809-BB743E9A25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FE74A18C-AAB3-0AE8-5B05-4891882BEAA7}"/>
              </a:ext>
            </a:extLst>
          </p:cNvPr>
          <p:cNvSpPr txBox="1">
            <a:spLocks/>
          </p:cNvSpPr>
          <p:nvPr/>
        </p:nvSpPr>
        <p:spPr>
          <a:xfrm>
            <a:off x="3156970" y="4263304"/>
            <a:ext cx="6248398" cy="1492623"/>
          </a:xfrm>
          <a:prstGeom prst="rect">
            <a:avLst/>
          </a:prstGeom>
        </p:spPr>
        <p:txBody>
          <a:bodyPr lIns="121920" tIns="60960" rIns="121920" bIns="60960" anchor="t">
            <a:noAutofit/>
          </a:bodyPr>
          <a:lstStyle>
            <a:lvl1pPr algn="l" rtl="0" eaLnBrk="1" fontAlgn="base" hangingPunct="1">
              <a:lnSpc>
                <a:spcPts val="7706"/>
              </a:lnSpc>
              <a:spcBef>
                <a:spcPct val="30000"/>
              </a:spcBef>
              <a:spcAft>
                <a:spcPct val="30000"/>
              </a:spcAft>
              <a:defRPr sz="7200" b="1" spc="0">
                <a:solidFill>
                  <a:srgbClr val="FFCC33"/>
                </a:solidFill>
                <a:latin typeface="Arial"/>
                <a:ea typeface="ＭＳ Ｐゴシック" charset="0"/>
                <a:cs typeface="Arial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609585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6pPr>
            <a:lvl7pPr marL="121917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7pPr>
            <a:lvl8pPr marL="1828754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8pPr>
            <a:lvl9pPr marL="2438339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 marL="685800" indent="-685800">
              <a:lnSpc>
                <a:spcPct val="100000"/>
              </a:lnSpc>
              <a:buSzPct val="80000"/>
              <a:buFont typeface="Arial" panose="020B0604020202020204" pitchFamily="34" charset="0"/>
              <a:buChar char="•"/>
            </a:pPr>
            <a:endParaRPr lang="sv-SE" sz="5000" kern="0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0749C904-6F0E-1EEF-17F1-5151DF9D68F5}"/>
              </a:ext>
            </a:extLst>
          </p:cNvPr>
          <p:cNvSpPr txBox="1">
            <a:spLocks/>
          </p:cNvSpPr>
          <p:nvPr/>
        </p:nvSpPr>
        <p:spPr>
          <a:xfrm>
            <a:off x="3216088" y="430264"/>
            <a:ext cx="6909547" cy="1492623"/>
          </a:xfrm>
          <a:prstGeom prst="rect">
            <a:avLst/>
          </a:prstGeom>
        </p:spPr>
        <p:txBody>
          <a:bodyPr lIns="121920" tIns="60960" rIns="121920" bIns="60960" anchor="t">
            <a:noAutofit/>
          </a:bodyPr>
          <a:lstStyle>
            <a:lvl1pPr algn="l" rtl="0" eaLnBrk="1" fontAlgn="base" hangingPunct="1">
              <a:lnSpc>
                <a:spcPts val="7706"/>
              </a:lnSpc>
              <a:spcBef>
                <a:spcPct val="30000"/>
              </a:spcBef>
              <a:spcAft>
                <a:spcPct val="30000"/>
              </a:spcAft>
              <a:defRPr sz="7200" b="1" spc="0">
                <a:solidFill>
                  <a:srgbClr val="FFCC33"/>
                </a:solidFill>
                <a:latin typeface="Arial"/>
                <a:ea typeface="ＭＳ Ｐゴシック" charset="0"/>
                <a:cs typeface="Arial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609585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6pPr>
            <a:lvl7pPr marL="121917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7pPr>
            <a:lvl8pPr marL="1828754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8pPr>
            <a:lvl9pPr marL="2438339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sv-SE" sz="5000" kern="0" dirty="0"/>
              <a:t>Music </a:t>
            </a:r>
            <a:r>
              <a:rPr lang="sv-SE" sz="5000" kern="0" dirty="0" err="1"/>
              <a:t>Quiz</a:t>
            </a:r>
            <a:endParaRPr lang="sv-SE" sz="5000" kern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6216CF3-6E14-911D-7151-9A71753AC1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09875" y="3429000"/>
            <a:ext cx="8900259" cy="2598291"/>
          </a:xfrm>
        </p:spPr>
        <p:txBody>
          <a:bodyPr lIns="121920" tIns="60960" rIns="121920" bIns="60960" anchor="t">
            <a:normAutofit/>
          </a:bodyPr>
          <a:lstStyle/>
          <a:p>
            <a:r>
              <a:rPr lang="en-SE" sz="22200" dirty="0"/>
              <a:t>2</a:t>
            </a:r>
            <a:br>
              <a:rPr lang="sv-SE" dirty="0"/>
            </a:br>
            <a:endParaRPr lang="sv-SE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3C3B5D0-741F-3237-8B10-E9743374F706}"/>
              </a:ext>
            </a:extLst>
          </p:cNvPr>
          <p:cNvSpPr txBox="1">
            <a:spLocks/>
          </p:cNvSpPr>
          <p:nvPr/>
        </p:nvSpPr>
        <p:spPr>
          <a:xfrm>
            <a:off x="3216088" y="1427273"/>
            <a:ext cx="5883665" cy="1167423"/>
          </a:xfrm>
          <a:prstGeom prst="rect">
            <a:avLst/>
          </a:prstGeom>
        </p:spPr>
        <p:txBody>
          <a:bodyPr lIns="121920" tIns="60960" rIns="121920" bIns="60960" anchor="t">
            <a:noAutofit/>
          </a:bodyPr>
          <a:lstStyle>
            <a:lvl1pPr algn="l" rtl="0" eaLnBrk="1" fontAlgn="base" hangingPunct="1">
              <a:lnSpc>
                <a:spcPts val="7706"/>
              </a:lnSpc>
              <a:spcBef>
                <a:spcPct val="30000"/>
              </a:spcBef>
              <a:spcAft>
                <a:spcPct val="30000"/>
              </a:spcAft>
              <a:defRPr sz="7200" b="1" spc="0">
                <a:solidFill>
                  <a:srgbClr val="FFCC33"/>
                </a:solidFill>
                <a:latin typeface="Arial"/>
                <a:ea typeface="ＭＳ Ｐゴシック" charset="0"/>
                <a:cs typeface="Arial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609585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6pPr>
            <a:lvl7pPr marL="121917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7pPr>
            <a:lvl8pPr marL="1828754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8pPr>
            <a:lvl9pPr marL="2438339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GB" sz="2800" dirty="0"/>
              <a:t>Brasses </a:t>
            </a:r>
            <a:r>
              <a:rPr lang="en-GB" sz="2800" dirty="0" err="1"/>
              <a:t>lattjolajbanlåda</a:t>
            </a:r>
            <a:endParaRPr lang="en-GB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GB" sz="2800" dirty="0">
              <a:solidFill>
                <a:schemeClr val="accent1"/>
              </a:solidFill>
            </a:endParaRPr>
          </a:p>
          <a:p>
            <a:endParaRPr lang="en-GB" sz="2800" dirty="0">
              <a:solidFill>
                <a:schemeClr val="accent1"/>
              </a:solidFill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34C5ABDB-9FE2-6B0F-678C-FEB9443E5012}"/>
              </a:ext>
            </a:extLst>
          </p:cNvPr>
          <p:cNvSpPr txBox="1">
            <a:spLocks/>
          </p:cNvSpPr>
          <p:nvPr/>
        </p:nvSpPr>
        <p:spPr>
          <a:xfrm>
            <a:off x="3216089" y="2429733"/>
            <a:ext cx="6635834" cy="1167423"/>
          </a:xfrm>
          <a:prstGeom prst="rect">
            <a:avLst/>
          </a:prstGeom>
        </p:spPr>
        <p:txBody>
          <a:bodyPr lIns="121920" tIns="60960" rIns="121920" bIns="60960" anchor="t">
            <a:noAutofit/>
          </a:bodyPr>
          <a:lstStyle>
            <a:lvl1pPr algn="l" rtl="0" eaLnBrk="1" fontAlgn="base" hangingPunct="1">
              <a:lnSpc>
                <a:spcPts val="7706"/>
              </a:lnSpc>
              <a:spcBef>
                <a:spcPct val="30000"/>
              </a:spcBef>
              <a:spcAft>
                <a:spcPct val="30000"/>
              </a:spcAft>
              <a:defRPr sz="7200" b="1" spc="0">
                <a:solidFill>
                  <a:srgbClr val="FFCC33"/>
                </a:solidFill>
                <a:latin typeface="Arial"/>
                <a:ea typeface="ＭＳ Ｐゴシック" charset="0"/>
                <a:cs typeface="Arial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609585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6pPr>
            <a:lvl7pPr marL="121917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7pPr>
            <a:lvl8pPr marL="1828754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8pPr>
            <a:lvl9pPr marL="2438339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GB" sz="2800" dirty="0">
                <a:solidFill>
                  <a:schemeClr val="accent1"/>
                </a:solidFill>
              </a:rPr>
              <a:t>4 songs – 3 has a common theme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GB" sz="2800" dirty="0">
              <a:solidFill>
                <a:schemeClr val="accent1"/>
              </a:solidFill>
            </a:endParaRPr>
          </a:p>
          <a:p>
            <a:endParaRPr lang="en-GB" sz="2800" dirty="0">
              <a:solidFill>
                <a:schemeClr val="accent1"/>
              </a:solidFill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FC57C011-5EBC-57E6-7F11-C5EC5090E0BB}"/>
              </a:ext>
            </a:extLst>
          </p:cNvPr>
          <p:cNvSpPr txBox="1">
            <a:spLocks/>
          </p:cNvSpPr>
          <p:nvPr/>
        </p:nvSpPr>
        <p:spPr>
          <a:xfrm>
            <a:off x="3140702" y="3517097"/>
            <a:ext cx="5959052" cy="2057793"/>
          </a:xfrm>
          <a:prstGeom prst="rect">
            <a:avLst/>
          </a:prstGeom>
        </p:spPr>
        <p:txBody>
          <a:bodyPr lIns="121920" tIns="60960" rIns="121920" bIns="60960" anchor="t">
            <a:noAutofit/>
          </a:bodyPr>
          <a:lstStyle>
            <a:lvl1pPr algn="l" rtl="0" eaLnBrk="1" fontAlgn="base" hangingPunct="1">
              <a:lnSpc>
                <a:spcPts val="7706"/>
              </a:lnSpc>
              <a:spcBef>
                <a:spcPct val="30000"/>
              </a:spcBef>
              <a:spcAft>
                <a:spcPct val="30000"/>
              </a:spcAft>
              <a:defRPr sz="7200" b="1" spc="0">
                <a:solidFill>
                  <a:srgbClr val="FFCC33"/>
                </a:solidFill>
                <a:latin typeface="Arial"/>
                <a:ea typeface="ＭＳ Ｐゴシック" charset="0"/>
                <a:cs typeface="Arial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609585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6pPr>
            <a:lvl7pPr marL="121917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7pPr>
            <a:lvl8pPr marL="1828754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8pPr>
            <a:lvl9pPr marL="2438339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lnSpc>
                <a:spcPct val="150000"/>
              </a:lnSpc>
            </a:pPr>
            <a:r>
              <a:rPr lang="en-GB" sz="2800" dirty="0">
                <a:solidFill>
                  <a:schemeClr val="accent1"/>
                </a:solidFill>
              </a:rPr>
              <a:t>Answer BOTH theme and which one to remove</a:t>
            </a:r>
          </a:p>
        </p:txBody>
      </p:sp>
    </p:spTree>
    <p:extLst>
      <p:ext uri="{BB962C8B-B14F-4D97-AF65-F5344CB8AC3E}">
        <p14:creationId xmlns:p14="http://schemas.microsoft.com/office/powerpoint/2010/main" val="32793907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mph" presetSubtype="0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indefinite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filter="image" prLst="opacity: 0.25">
                                      <p:cBhvr rctx="IE">
                                        <p:cTn id="7" dur="indefinite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  <p:bldP spid="5" grpId="0"/>
      <p:bldP spid="10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2AE104-F4B5-9CB8-A4F2-4BBD0E5EC8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8619D7F0-64BD-98C0-B512-D2AAEE40DF4C}"/>
              </a:ext>
            </a:extLst>
          </p:cNvPr>
          <p:cNvSpPr txBox="1">
            <a:spLocks/>
          </p:cNvSpPr>
          <p:nvPr/>
        </p:nvSpPr>
        <p:spPr>
          <a:xfrm>
            <a:off x="3156970" y="4263304"/>
            <a:ext cx="6248398" cy="1492623"/>
          </a:xfrm>
          <a:prstGeom prst="rect">
            <a:avLst/>
          </a:prstGeom>
        </p:spPr>
        <p:txBody>
          <a:bodyPr lIns="121920" tIns="60960" rIns="121920" bIns="60960" anchor="t">
            <a:noAutofit/>
          </a:bodyPr>
          <a:lstStyle>
            <a:lvl1pPr algn="l" rtl="0" eaLnBrk="1" fontAlgn="base" hangingPunct="1">
              <a:lnSpc>
                <a:spcPts val="7706"/>
              </a:lnSpc>
              <a:spcBef>
                <a:spcPct val="30000"/>
              </a:spcBef>
              <a:spcAft>
                <a:spcPct val="30000"/>
              </a:spcAft>
              <a:defRPr sz="7200" b="1" spc="0">
                <a:solidFill>
                  <a:srgbClr val="FFCC33"/>
                </a:solidFill>
                <a:latin typeface="Arial"/>
                <a:ea typeface="ＭＳ Ｐゴシック" charset="0"/>
                <a:cs typeface="Arial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609585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6pPr>
            <a:lvl7pPr marL="121917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7pPr>
            <a:lvl8pPr marL="1828754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8pPr>
            <a:lvl9pPr marL="2438339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 marL="685800" indent="-685800">
              <a:lnSpc>
                <a:spcPct val="100000"/>
              </a:lnSpc>
              <a:buSzPct val="80000"/>
              <a:buFont typeface="Arial" panose="020B0604020202020204" pitchFamily="34" charset="0"/>
              <a:buChar char="•"/>
            </a:pPr>
            <a:endParaRPr lang="sv-SE" sz="5000" kern="0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176DF416-C098-EC00-593E-8D7EF14EC268}"/>
              </a:ext>
            </a:extLst>
          </p:cNvPr>
          <p:cNvSpPr txBox="1">
            <a:spLocks/>
          </p:cNvSpPr>
          <p:nvPr/>
        </p:nvSpPr>
        <p:spPr>
          <a:xfrm>
            <a:off x="3216088" y="430264"/>
            <a:ext cx="6909547" cy="1492623"/>
          </a:xfrm>
          <a:prstGeom prst="rect">
            <a:avLst/>
          </a:prstGeom>
        </p:spPr>
        <p:txBody>
          <a:bodyPr lIns="121920" tIns="60960" rIns="121920" bIns="60960" anchor="t">
            <a:noAutofit/>
          </a:bodyPr>
          <a:lstStyle>
            <a:lvl1pPr algn="l" rtl="0" eaLnBrk="1" fontAlgn="base" hangingPunct="1">
              <a:lnSpc>
                <a:spcPts val="7706"/>
              </a:lnSpc>
              <a:spcBef>
                <a:spcPct val="30000"/>
              </a:spcBef>
              <a:spcAft>
                <a:spcPct val="30000"/>
              </a:spcAft>
              <a:defRPr sz="7200" b="1" spc="0">
                <a:solidFill>
                  <a:srgbClr val="FFCC33"/>
                </a:solidFill>
                <a:latin typeface="Arial"/>
                <a:ea typeface="ＭＳ Ｐゴシック" charset="0"/>
                <a:cs typeface="Arial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609585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6pPr>
            <a:lvl7pPr marL="121917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7pPr>
            <a:lvl8pPr marL="1828754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8pPr>
            <a:lvl9pPr marL="2438339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sv-SE" sz="5000" kern="0" dirty="0"/>
              <a:t>Music </a:t>
            </a:r>
            <a:r>
              <a:rPr lang="sv-SE" sz="5000" kern="0" dirty="0" err="1"/>
              <a:t>Quiz</a:t>
            </a:r>
            <a:endParaRPr lang="sv-SE" sz="5000" kern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0AADD80-E268-86CA-B813-7F8C03E443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09875" y="3429000"/>
            <a:ext cx="8900259" cy="2598291"/>
          </a:xfrm>
        </p:spPr>
        <p:txBody>
          <a:bodyPr lIns="121920" tIns="60960" rIns="121920" bIns="60960" anchor="t">
            <a:normAutofit/>
          </a:bodyPr>
          <a:lstStyle/>
          <a:p>
            <a:r>
              <a:rPr lang="en-SE" sz="22200" dirty="0"/>
              <a:t>3</a:t>
            </a:r>
            <a:endParaRPr lang="sv-SE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97EB151-2107-E7EC-52CB-6AB92474918A}"/>
              </a:ext>
            </a:extLst>
          </p:cNvPr>
          <p:cNvSpPr txBox="1">
            <a:spLocks/>
          </p:cNvSpPr>
          <p:nvPr/>
        </p:nvSpPr>
        <p:spPr>
          <a:xfrm>
            <a:off x="3216088" y="1427273"/>
            <a:ext cx="5883665" cy="1167423"/>
          </a:xfrm>
          <a:prstGeom prst="rect">
            <a:avLst/>
          </a:prstGeom>
        </p:spPr>
        <p:txBody>
          <a:bodyPr lIns="121920" tIns="60960" rIns="121920" bIns="60960" anchor="t">
            <a:noAutofit/>
          </a:bodyPr>
          <a:lstStyle>
            <a:lvl1pPr algn="l" rtl="0" eaLnBrk="1" fontAlgn="base" hangingPunct="1">
              <a:lnSpc>
                <a:spcPts val="7706"/>
              </a:lnSpc>
              <a:spcBef>
                <a:spcPct val="30000"/>
              </a:spcBef>
              <a:spcAft>
                <a:spcPct val="30000"/>
              </a:spcAft>
              <a:defRPr sz="7200" b="1" spc="0">
                <a:solidFill>
                  <a:srgbClr val="FFCC33"/>
                </a:solidFill>
                <a:latin typeface="Arial"/>
                <a:ea typeface="ＭＳ Ｐゴシック" charset="0"/>
                <a:cs typeface="Arial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609585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6pPr>
            <a:lvl7pPr marL="121917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7pPr>
            <a:lvl8pPr marL="1828754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8pPr>
            <a:lvl9pPr marL="2438339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GB" sz="2800" dirty="0"/>
              <a:t>Music intros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GB" sz="2800" dirty="0">
              <a:solidFill>
                <a:schemeClr val="accent1"/>
              </a:solidFill>
            </a:endParaRPr>
          </a:p>
          <a:p>
            <a:endParaRPr lang="en-GB" sz="2800" dirty="0">
              <a:solidFill>
                <a:schemeClr val="accent1"/>
              </a:solidFill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761A28F0-18C5-EA5C-1FA9-E0C5A965C863}"/>
              </a:ext>
            </a:extLst>
          </p:cNvPr>
          <p:cNvSpPr txBox="1">
            <a:spLocks/>
          </p:cNvSpPr>
          <p:nvPr/>
        </p:nvSpPr>
        <p:spPr>
          <a:xfrm>
            <a:off x="3216089" y="2429733"/>
            <a:ext cx="6635834" cy="1167423"/>
          </a:xfrm>
          <a:prstGeom prst="rect">
            <a:avLst/>
          </a:prstGeom>
        </p:spPr>
        <p:txBody>
          <a:bodyPr lIns="121920" tIns="60960" rIns="121920" bIns="60960" anchor="t">
            <a:noAutofit/>
          </a:bodyPr>
          <a:lstStyle>
            <a:lvl1pPr algn="l" rtl="0" eaLnBrk="1" fontAlgn="base" hangingPunct="1">
              <a:lnSpc>
                <a:spcPts val="7706"/>
              </a:lnSpc>
              <a:spcBef>
                <a:spcPct val="30000"/>
              </a:spcBef>
              <a:spcAft>
                <a:spcPct val="30000"/>
              </a:spcAft>
              <a:defRPr sz="7200" b="1" spc="0">
                <a:solidFill>
                  <a:srgbClr val="FFCC33"/>
                </a:solidFill>
                <a:latin typeface="Arial"/>
                <a:ea typeface="ＭＳ Ｐゴシック" charset="0"/>
                <a:cs typeface="Arial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609585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6pPr>
            <a:lvl7pPr marL="121917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7pPr>
            <a:lvl8pPr marL="1828754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8pPr>
            <a:lvl9pPr marL="2438339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GB" sz="2800" dirty="0">
                <a:solidFill>
                  <a:schemeClr val="accent1"/>
                </a:solidFill>
              </a:rPr>
              <a:t>Play intro of a song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GB" sz="2800" dirty="0">
              <a:solidFill>
                <a:schemeClr val="accent1"/>
              </a:solidFill>
            </a:endParaRPr>
          </a:p>
          <a:p>
            <a:endParaRPr lang="en-GB" sz="2800" dirty="0">
              <a:solidFill>
                <a:schemeClr val="accent1"/>
              </a:solidFill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5998062C-CFF6-0824-83F1-2EFCEAF4401A}"/>
              </a:ext>
            </a:extLst>
          </p:cNvPr>
          <p:cNvSpPr txBox="1">
            <a:spLocks/>
          </p:cNvSpPr>
          <p:nvPr/>
        </p:nvSpPr>
        <p:spPr>
          <a:xfrm>
            <a:off x="3140701" y="3517098"/>
            <a:ext cx="7315905" cy="1079326"/>
          </a:xfrm>
          <a:prstGeom prst="rect">
            <a:avLst/>
          </a:prstGeom>
        </p:spPr>
        <p:txBody>
          <a:bodyPr lIns="121920" tIns="60960" rIns="121920" bIns="60960" anchor="t">
            <a:noAutofit/>
          </a:bodyPr>
          <a:lstStyle>
            <a:lvl1pPr algn="l" rtl="0" eaLnBrk="1" fontAlgn="base" hangingPunct="1">
              <a:lnSpc>
                <a:spcPts val="7706"/>
              </a:lnSpc>
              <a:spcBef>
                <a:spcPct val="30000"/>
              </a:spcBef>
              <a:spcAft>
                <a:spcPct val="30000"/>
              </a:spcAft>
              <a:defRPr sz="7200" b="1" spc="0">
                <a:solidFill>
                  <a:srgbClr val="FFCC33"/>
                </a:solidFill>
                <a:latin typeface="Arial"/>
                <a:ea typeface="ＭＳ Ｐゴシック" charset="0"/>
                <a:cs typeface="Arial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609585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6pPr>
            <a:lvl7pPr marL="121917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7pPr>
            <a:lvl8pPr marL="1828754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8pPr>
            <a:lvl9pPr marL="2438339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lnSpc>
                <a:spcPct val="150000"/>
              </a:lnSpc>
            </a:pPr>
            <a:r>
              <a:rPr lang="en-GB" sz="2800" dirty="0">
                <a:solidFill>
                  <a:schemeClr val="accent1"/>
                </a:solidFill>
              </a:rPr>
              <a:t>Stand up and identify the song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6F3FB91A-9DDF-79DA-8561-1A6EABE12BE4}"/>
              </a:ext>
            </a:extLst>
          </p:cNvPr>
          <p:cNvSpPr txBox="1">
            <a:spLocks/>
          </p:cNvSpPr>
          <p:nvPr/>
        </p:nvSpPr>
        <p:spPr>
          <a:xfrm>
            <a:off x="3140700" y="4511329"/>
            <a:ext cx="7315905" cy="1079326"/>
          </a:xfrm>
          <a:prstGeom prst="rect">
            <a:avLst/>
          </a:prstGeom>
        </p:spPr>
        <p:txBody>
          <a:bodyPr lIns="121920" tIns="60960" rIns="121920" bIns="60960" anchor="t">
            <a:noAutofit/>
          </a:bodyPr>
          <a:lstStyle>
            <a:lvl1pPr algn="l" rtl="0" eaLnBrk="1" fontAlgn="base" hangingPunct="1">
              <a:lnSpc>
                <a:spcPts val="7706"/>
              </a:lnSpc>
              <a:spcBef>
                <a:spcPct val="30000"/>
              </a:spcBef>
              <a:spcAft>
                <a:spcPct val="30000"/>
              </a:spcAft>
              <a:defRPr sz="7200" b="1" spc="0">
                <a:solidFill>
                  <a:srgbClr val="FFCC33"/>
                </a:solidFill>
                <a:latin typeface="Arial"/>
                <a:ea typeface="ＭＳ Ｐゴシック" charset="0"/>
                <a:cs typeface="Arial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609585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6pPr>
            <a:lvl7pPr marL="121917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7pPr>
            <a:lvl8pPr marL="1828754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8pPr>
            <a:lvl9pPr marL="2438339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lnSpc>
                <a:spcPct val="150000"/>
              </a:lnSpc>
            </a:pPr>
            <a:r>
              <a:rPr lang="en-GB" sz="2800" dirty="0">
                <a:solidFill>
                  <a:schemeClr val="accent1"/>
                </a:solidFill>
              </a:rPr>
              <a:t>Minus points if you don’t answer fast enough</a:t>
            </a:r>
          </a:p>
        </p:txBody>
      </p:sp>
    </p:spTree>
    <p:extLst>
      <p:ext uri="{BB962C8B-B14F-4D97-AF65-F5344CB8AC3E}">
        <p14:creationId xmlns:p14="http://schemas.microsoft.com/office/powerpoint/2010/main" val="17564025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mph" presetSubtype="0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indefinite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filter="image" prLst="opacity: 0.25">
                                      <p:cBhvr rctx="IE">
                                        <p:cTn id="7" dur="indefinite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  <p:bldP spid="5" grpId="0"/>
      <p:bldP spid="10" grpId="0"/>
      <p:bldP spid="6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C550BB05-6196-4088-B645-9B3C67C441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6FDAF80-B80E-25B4-6666-282E3016E6FA}"/>
              </a:ext>
            </a:extLst>
          </p:cNvPr>
          <p:cNvSpPr txBox="1">
            <a:spLocks/>
          </p:cNvSpPr>
          <p:nvPr/>
        </p:nvSpPr>
        <p:spPr>
          <a:xfrm>
            <a:off x="3156970" y="4263304"/>
            <a:ext cx="6248398" cy="1492623"/>
          </a:xfrm>
          <a:prstGeom prst="rect">
            <a:avLst/>
          </a:prstGeom>
        </p:spPr>
        <p:txBody>
          <a:bodyPr lIns="121920" tIns="60960" rIns="121920" bIns="60960" anchor="t">
            <a:noAutofit/>
          </a:bodyPr>
          <a:lstStyle>
            <a:lvl1pPr algn="l" rtl="0" eaLnBrk="1" fontAlgn="base" hangingPunct="1">
              <a:lnSpc>
                <a:spcPts val="7706"/>
              </a:lnSpc>
              <a:spcBef>
                <a:spcPct val="30000"/>
              </a:spcBef>
              <a:spcAft>
                <a:spcPct val="30000"/>
              </a:spcAft>
              <a:defRPr sz="7200" b="1" spc="0">
                <a:solidFill>
                  <a:srgbClr val="FFCC33"/>
                </a:solidFill>
                <a:latin typeface="Arial"/>
                <a:ea typeface="ＭＳ Ｐゴシック" charset="0"/>
                <a:cs typeface="Arial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609585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6pPr>
            <a:lvl7pPr marL="121917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7pPr>
            <a:lvl8pPr marL="1828754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8pPr>
            <a:lvl9pPr marL="2438339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 marL="685800" indent="-685800">
              <a:lnSpc>
                <a:spcPct val="100000"/>
              </a:lnSpc>
              <a:buSzPct val="80000"/>
              <a:buFont typeface="Arial" panose="020B0604020202020204" pitchFamily="34" charset="0"/>
              <a:buChar char="•"/>
            </a:pPr>
            <a:endParaRPr lang="sv-SE" sz="5000" kern="0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EB9B57E2-AF55-0CE0-EE52-2CF736F7D940}"/>
              </a:ext>
            </a:extLst>
          </p:cNvPr>
          <p:cNvSpPr txBox="1">
            <a:spLocks/>
          </p:cNvSpPr>
          <p:nvPr/>
        </p:nvSpPr>
        <p:spPr>
          <a:xfrm>
            <a:off x="3216088" y="430264"/>
            <a:ext cx="6909547" cy="1492623"/>
          </a:xfrm>
          <a:prstGeom prst="rect">
            <a:avLst/>
          </a:prstGeom>
        </p:spPr>
        <p:txBody>
          <a:bodyPr lIns="121920" tIns="60960" rIns="121920" bIns="60960" anchor="t">
            <a:noAutofit/>
          </a:bodyPr>
          <a:lstStyle>
            <a:lvl1pPr algn="l" rtl="0" eaLnBrk="1" fontAlgn="base" hangingPunct="1">
              <a:lnSpc>
                <a:spcPts val="7706"/>
              </a:lnSpc>
              <a:spcBef>
                <a:spcPct val="30000"/>
              </a:spcBef>
              <a:spcAft>
                <a:spcPct val="30000"/>
              </a:spcAft>
              <a:defRPr sz="7200" b="1" spc="0">
                <a:solidFill>
                  <a:srgbClr val="FFCC33"/>
                </a:solidFill>
                <a:latin typeface="Arial"/>
                <a:ea typeface="ＭＳ Ｐゴシック" charset="0"/>
                <a:cs typeface="Arial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609585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6pPr>
            <a:lvl7pPr marL="121917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7pPr>
            <a:lvl8pPr marL="1828754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8pPr>
            <a:lvl9pPr marL="2438339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sv-SE" sz="5000" kern="0" dirty="0"/>
              <a:t>Music </a:t>
            </a:r>
            <a:r>
              <a:rPr lang="sv-SE" sz="5000" kern="0" dirty="0" err="1"/>
              <a:t>Quiz</a:t>
            </a:r>
            <a:endParaRPr lang="sv-SE" sz="5000" kern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3A95A91-2E9E-B525-AA16-FEB3DC43A27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09875" y="3429000"/>
            <a:ext cx="8900259" cy="2598291"/>
          </a:xfrm>
        </p:spPr>
        <p:txBody>
          <a:bodyPr lIns="121920" tIns="60960" rIns="121920" bIns="60960" anchor="t">
            <a:normAutofit/>
          </a:bodyPr>
          <a:lstStyle/>
          <a:p>
            <a:r>
              <a:rPr lang="en-SE" sz="22200" dirty="0"/>
              <a:t>4</a:t>
            </a:r>
            <a:br>
              <a:rPr lang="en-SE" sz="22200" dirty="0"/>
            </a:br>
            <a:endParaRPr lang="sv-SE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109819E-E0DF-D0B7-1AE6-8AD8AFCB782E}"/>
              </a:ext>
            </a:extLst>
          </p:cNvPr>
          <p:cNvSpPr txBox="1">
            <a:spLocks/>
          </p:cNvSpPr>
          <p:nvPr/>
        </p:nvSpPr>
        <p:spPr>
          <a:xfrm>
            <a:off x="3216088" y="1427273"/>
            <a:ext cx="5883665" cy="1167423"/>
          </a:xfrm>
          <a:prstGeom prst="rect">
            <a:avLst/>
          </a:prstGeom>
        </p:spPr>
        <p:txBody>
          <a:bodyPr lIns="121920" tIns="60960" rIns="121920" bIns="60960" anchor="t">
            <a:noAutofit/>
          </a:bodyPr>
          <a:lstStyle>
            <a:lvl1pPr algn="l" rtl="0" eaLnBrk="1" fontAlgn="base" hangingPunct="1">
              <a:lnSpc>
                <a:spcPts val="7706"/>
              </a:lnSpc>
              <a:spcBef>
                <a:spcPct val="30000"/>
              </a:spcBef>
              <a:spcAft>
                <a:spcPct val="30000"/>
              </a:spcAft>
              <a:defRPr sz="7200" b="1" spc="0">
                <a:solidFill>
                  <a:srgbClr val="FFCC33"/>
                </a:solidFill>
                <a:latin typeface="Arial"/>
                <a:ea typeface="ＭＳ Ｐゴシック" charset="0"/>
                <a:cs typeface="Arial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609585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6pPr>
            <a:lvl7pPr marL="121917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7pPr>
            <a:lvl8pPr marL="1828754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8pPr>
            <a:lvl9pPr marL="2438339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GB" sz="2800" dirty="0"/>
              <a:t>Sing along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GB" sz="2800" dirty="0">
              <a:solidFill>
                <a:schemeClr val="accent1"/>
              </a:solidFill>
            </a:endParaRPr>
          </a:p>
          <a:p>
            <a:endParaRPr lang="en-GB" sz="2800" dirty="0">
              <a:solidFill>
                <a:schemeClr val="accent1"/>
              </a:solidFill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02CC7DC4-2A52-68C2-A226-6FE22D0B6750}"/>
              </a:ext>
            </a:extLst>
          </p:cNvPr>
          <p:cNvSpPr txBox="1">
            <a:spLocks/>
          </p:cNvSpPr>
          <p:nvPr/>
        </p:nvSpPr>
        <p:spPr>
          <a:xfrm>
            <a:off x="3216089" y="2429733"/>
            <a:ext cx="6635834" cy="1167423"/>
          </a:xfrm>
          <a:prstGeom prst="rect">
            <a:avLst/>
          </a:prstGeom>
        </p:spPr>
        <p:txBody>
          <a:bodyPr lIns="121920" tIns="60960" rIns="121920" bIns="60960" anchor="t">
            <a:noAutofit/>
          </a:bodyPr>
          <a:lstStyle>
            <a:lvl1pPr algn="l" rtl="0" eaLnBrk="1" fontAlgn="base" hangingPunct="1">
              <a:lnSpc>
                <a:spcPts val="7706"/>
              </a:lnSpc>
              <a:spcBef>
                <a:spcPct val="30000"/>
              </a:spcBef>
              <a:spcAft>
                <a:spcPct val="30000"/>
              </a:spcAft>
              <a:defRPr sz="7200" b="1" spc="0">
                <a:solidFill>
                  <a:srgbClr val="FFCC33"/>
                </a:solidFill>
                <a:latin typeface="Arial"/>
                <a:ea typeface="ＭＳ Ｐゴシック" charset="0"/>
                <a:cs typeface="Arial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609585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6pPr>
            <a:lvl7pPr marL="121917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7pPr>
            <a:lvl8pPr marL="1828754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8pPr>
            <a:lvl9pPr marL="2438339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GB" sz="2800" dirty="0">
                <a:solidFill>
                  <a:schemeClr val="accent1"/>
                </a:solidFill>
              </a:rPr>
              <a:t>Play part of a song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GB" sz="2800" dirty="0">
              <a:solidFill>
                <a:schemeClr val="accent1"/>
              </a:solidFill>
            </a:endParaRPr>
          </a:p>
          <a:p>
            <a:endParaRPr lang="en-GB" sz="2800" dirty="0">
              <a:solidFill>
                <a:schemeClr val="accent1"/>
              </a:solidFill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6A3E674F-FE16-317B-BFF1-8C1D4B1271AF}"/>
              </a:ext>
            </a:extLst>
          </p:cNvPr>
          <p:cNvSpPr txBox="1">
            <a:spLocks/>
          </p:cNvSpPr>
          <p:nvPr/>
        </p:nvSpPr>
        <p:spPr>
          <a:xfrm>
            <a:off x="3140701" y="3517098"/>
            <a:ext cx="7315905" cy="1079326"/>
          </a:xfrm>
          <a:prstGeom prst="rect">
            <a:avLst/>
          </a:prstGeom>
        </p:spPr>
        <p:txBody>
          <a:bodyPr lIns="121920" tIns="60960" rIns="121920" bIns="60960" anchor="t">
            <a:noAutofit/>
          </a:bodyPr>
          <a:lstStyle>
            <a:lvl1pPr algn="l" rtl="0" eaLnBrk="1" fontAlgn="base" hangingPunct="1">
              <a:lnSpc>
                <a:spcPts val="7706"/>
              </a:lnSpc>
              <a:spcBef>
                <a:spcPct val="30000"/>
              </a:spcBef>
              <a:spcAft>
                <a:spcPct val="30000"/>
              </a:spcAft>
              <a:defRPr sz="7200" b="1" spc="0">
                <a:solidFill>
                  <a:srgbClr val="FFCC33"/>
                </a:solidFill>
                <a:latin typeface="Arial"/>
                <a:ea typeface="ＭＳ Ｐゴシック" charset="0"/>
                <a:cs typeface="Arial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609585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6pPr>
            <a:lvl7pPr marL="121917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7pPr>
            <a:lvl8pPr marL="1828754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8pPr>
            <a:lvl9pPr marL="2438339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lnSpc>
                <a:spcPct val="150000"/>
              </a:lnSpc>
            </a:pPr>
            <a:r>
              <a:rPr lang="en-GB" sz="2800" dirty="0">
                <a:solidFill>
                  <a:schemeClr val="accent1"/>
                </a:solidFill>
              </a:rPr>
              <a:t>Stand up and sing chorus (</a:t>
            </a:r>
            <a:r>
              <a:rPr lang="en-GB" sz="2800" dirty="0" err="1">
                <a:solidFill>
                  <a:schemeClr val="accent1"/>
                </a:solidFill>
              </a:rPr>
              <a:t>refräng</a:t>
            </a:r>
            <a:r>
              <a:rPr lang="en-GB" sz="2800" dirty="0">
                <a:solidFill>
                  <a:schemeClr val="accent1"/>
                </a:solidFill>
              </a:rPr>
              <a:t>)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68D0AB65-A6A2-FD1F-0592-2F1E7D2EDA16}"/>
              </a:ext>
            </a:extLst>
          </p:cNvPr>
          <p:cNvSpPr txBox="1">
            <a:spLocks/>
          </p:cNvSpPr>
          <p:nvPr/>
        </p:nvSpPr>
        <p:spPr>
          <a:xfrm>
            <a:off x="3140700" y="4511329"/>
            <a:ext cx="7315905" cy="1079326"/>
          </a:xfrm>
          <a:prstGeom prst="rect">
            <a:avLst/>
          </a:prstGeom>
        </p:spPr>
        <p:txBody>
          <a:bodyPr lIns="121920" tIns="60960" rIns="121920" bIns="60960" anchor="t">
            <a:noAutofit/>
          </a:bodyPr>
          <a:lstStyle>
            <a:lvl1pPr algn="l" rtl="0" eaLnBrk="1" fontAlgn="base" hangingPunct="1">
              <a:lnSpc>
                <a:spcPts val="7706"/>
              </a:lnSpc>
              <a:spcBef>
                <a:spcPct val="30000"/>
              </a:spcBef>
              <a:spcAft>
                <a:spcPct val="30000"/>
              </a:spcAft>
              <a:defRPr sz="7200" b="1" spc="0">
                <a:solidFill>
                  <a:srgbClr val="FFCC33"/>
                </a:solidFill>
                <a:latin typeface="Arial"/>
                <a:ea typeface="ＭＳ Ｐゴシック" charset="0"/>
                <a:cs typeface="Arial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609585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6pPr>
            <a:lvl7pPr marL="121917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7pPr>
            <a:lvl8pPr marL="1828754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8pPr>
            <a:lvl9pPr marL="2438339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lnSpc>
                <a:spcPct val="150000"/>
              </a:lnSpc>
            </a:pPr>
            <a:r>
              <a:rPr lang="en-GB" sz="2800" dirty="0">
                <a:solidFill>
                  <a:schemeClr val="accent1"/>
                </a:solidFill>
              </a:rPr>
              <a:t>Minus points if you don’t start to sing fast enough</a:t>
            </a:r>
          </a:p>
        </p:txBody>
      </p:sp>
    </p:spTree>
    <p:extLst>
      <p:ext uri="{BB962C8B-B14F-4D97-AF65-F5344CB8AC3E}">
        <p14:creationId xmlns:p14="http://schemas.microsoft.com/office/powerpoint/2010/main" val="249414058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mph" presetSubtype="0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indefinite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filter="image" prLst="opacity: 0.25">
                                      <p:cBhvr rctx="IE">
                                        <p:cTn id="7" dur="indefinite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  <p:bldP spid="5" grpId="0"/>
      <p:bldP spid="10" grpId="0"/>
      <p:bldP spid="6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48F7AE-9E6A-76AD-7474-A885BBCFD1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86529B-3071-9D0D-26AB-067159BE96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91741" y="2411324"/>
            <a:ext cx="8900259" cy="2598291"/>
          </a:xfrm>
        </p:spPr>
        <p:txBody>
          <a:bodyPr lIns="121920" tIns="60960" rIns="121920" bIns="60960" anchor="t">
            <a:normAutofit fontScale="90000"/>
          </a:bodyPr>
          <a:lstStyle/>
          <a:p>
            <a:r>
              <a:rPr lang="en-SE" sz="22200" dirty="0"/>
              <a:t>305</a:t>
            </a:r>
            <a:br>
              <a:rPr lang="en-SE" dirty="0"/>
            </a:br>
            <a:br>
              <a:rPr lang="sv-SE" dirty="0"/>
            </a:br>
            <a:br>
              <a:rPr lang="sv-SE" dirty="0"/>
            </a:br>
            <a:endParaRPr lang="sv-SE" dirty="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294633F3-B124-5F1F-72F2-8B0E09586481}"/>
              </a:ext>
            </a:extLst>
          </p:cNvPr>
          <p:cNvSpPr txBox="1">
            <a:spLocks/>
          </p:cNvSpPr>
          <p:nvPr/>
        </p:nvSpPr>
        <p:spPr>
          <a:xfrm>
            <a:off x="3156970" y="3710469"/>
            <a:ext cx="6248398" cy="1492623"/>
          </a:xfrm>
          <a:prstGeom prst="rect">
            <a:avLst/>
          </a:prstGeom>
        </p:spPr>
        <p:txBody>
          <a:bodyPr lIns="121920" tIns="60960" rIns="121920" bIns="60960" anchor="t">
            <a:noAutofit/>
          </a:bodyPr>
          <a:lstStyle>
            <a:lvl1pPr algn="l" rtl="0" eaLnBrk="1" fontAlgn="base" hangingPunct="1">
              <a:lnSpc>
                <a:spcPts val="7706"/>
              </a:lnSpc>
              <a:spcBef>
                <a:spcPct val="30000"/>
              </a:spcBef>
              <a:spcAft>
                <a:spcPct val="30000"/>
              </a:spcAft>
              <a:defRPr sz="7200" b="1" spc="0">
                <a:solidFill>
                  <a:srgbClr val="FFCC33"/>
                </a:solidFill>
                <a:latin typeface="Arial"/>
                <a:ea typeface="ＭＳ Ｐゴシック" charset="0"/>
                <a:cs typeface="Arial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609585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6pPr>
            <a:lvl7pPr marL="121917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7pPr>
            <a:lvl8pPr marL="1828754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8pPr>
            <a:lvl9pPr marL="2438339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lnSpc>
                <a:spcPct val="100000"/>
              </a:lnSpc>
              <a:buSzPct val="80000"/>
            </a:pPr>
            <a:r>
              <a:rPr lang="sv-SE" sz="5000" kern="0" dirty="0" err="1"/>
              <a:t>Number</a:t>
            </a:r>
            <a:r>
              <a:rPr lang="sv-SE" sz="5000" kern="0" dirty="0"/>
              <a:t> </a:t>
            </a:r>
            <a:r>
              <a:rPr lang="sv-SE" sz="5000" kern="0" dirty="0" err="1"/>
              <a:t>of</a:t>
            </a:r>
            <a:r>
              <a:rPr lang="sv-SE" sz="5000" kern="0" dirty="0"/>
              <a:t> </a:t>
            </a:r>
            <a:r>
              <a:rPr lang="sv-SE" sz="5000" kern="0" dirty="0" err="1"/>
              <a:t>days</a:t>
            </a:r>
            <a:r>
              <a:rPr lang="sv-SE" sz="5000" kern="0" dirty="0"/>
              <a:t> </a:t>
            </a:r>
            <a:r>
              <a:rPr lang="sv-SE" sz="5000" kern="0" dirty="0" err="1"/>
              <a:t>until</a:t>
            </a:r>
            <a:r>
              <a:rPr lang="sv-SE" sz="5000" kern="0" dirty="0"/>
              <a:t> December 1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3A090766-8C77-9F0D-27A1-0883039F09D4}"/>
              </a:ext>
            </a:extLst>
          </p:cNvPr>
          <p:cNvSpPr txBox="1">
            <a:spLocks/>
          </p:cNvSpPr>
          <p:nvPr/>
        </p:nvSpPr>
        <p:spPr>
          <a:xfrm>
            <a:off x="3156970" y="4263304"/>
            <a:ext cx="6248398" cy="1492623"/>
          </a:xfrm>
          <a:prstGeom prst="rect">
            <a:avLst/>
          </a:prstGeom>
        </p:spPr>
        <p:txBody>
          <a:bodyPr lIns="121920" tIns="60960" rIns="121920" bIns="60960" anchor="t">
            <a:noAutofit/>
          </a:bodyPr>
          <a:lstStyle>
            <a:lvl1pPr algn="l" rtl="0" eaLnBrk="1" fontAlgn="base" hangingPunct="1">
              <a:lnSpc>
                <a:spcPts val="7706"/>
              </a:lnSpc>
              <a:spcBef>
                <a:spcPct val="30000"/>
              </a:spcBef>
              <a:spcAft>
                <a:spcPct val="30000"/>
              </a:spcAft>
              <a:defRPr sz="7200" b="1" spc="0">
                <a:solidFill>
                  <a:srgbClr val="FFCC33"/>
                </a:solidFill>
                <a:latin typeface="Arial"/>
                <a:ea typeface="ＭＳ Ｐゴシック" charset="0"/>
                <a:cs typeface="Arial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609585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6pPr>
            <a:lvl7pPr marL="121917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7pPr>
            <a:lvl8pPr marL="1828754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8pPr>
            <a:lvl9pPr marL="2438339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 marL="685800" indent="-685800">
              <a:lnSpc>
                <a:spcPct val="100000"/>
              </a:lnSpc>
              <a:buSzPct val="80000"/>
              <a:buFont typeface="Arial" panose="020B0604020202020204" pitchFamily="34" charset="0"/>
              <a:buChar char="•"/>
            </a:pPr>
            <a:endParaRPr lang="sv-SE" sz="5000" kern="0" dirty="0"/>
          </a:p>
        </p:txBody>
      </p:sp>
    </p:spTree>
    <p:extLst>
      <p:ext uri="{BB962C8B-B14F-4D97-AF65-F5344CB8AC3E}">
        <p14:creationId xmlns:p14="http://schemas.microsoft.com/office/powerpoint/2010/main" val="6977022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theme/theme1.xml><?xml version="1.0" encoding="utf-8"?>
<a:theme xmlns:a="http://schemas.openxmlformats.org/drawingml/2006/main" name="ppt_template_axis_corporate_1404">
  <a:themeElements>
    <a:clrScheme name="Axis Corporate 2013">
      <a:dk1>
        <a:srgbClr val="000000"/>
      </a:dk1>
      <a:lt1>
        <a:srgbClr val="FFFFFF"/>
      </a:lt1>
      <a:dk2>
        <a:srgbClr val="D6E03D"/>
      </a:dk2>
      <a:lt2>
        <a:srgbClr val="72CDF4"/>
      </a:lt2>
      <a:accent1>
        <a:srgbClr val="FFCC33"/>
      </a:accent1>
      <a:accent2>
        <a:srgbClr val="9A8B7D"/>
      </a:accent2>
      <a:accent3>
        <a:srgbClr val="D8CFC6"/>
      </a:accent3>
      <a:accent4>
        <a:srgbClr val="ED1A3B"/>
      </a:accent4>
      <a:accent5>
        <a:srgbClr val="8DC63F"/>
      </a:accent5>
      <a:accent6>
        <a:srgbClr val="009DDC"/>
      </a:accent6>
      <a:hlink>
        <a:srgbClr val="B5121B"/>
      </a:hlink>
      <a:folHlink>
        <a:srgbClr val="ED1A3B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noFill/>
        <a:ln w="9525" cap="flat" cmpd="sng" algn="ctr">
          <a:solidFill>
            <a:schemeClr val="accent3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rtlCol="0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noFill/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  <a:effectLst/>
      </a:spPr>
      <a:bodyPr/>
      <a:lstStyle/>
    </a:lnDef>
  </a:objectDefaults>
  <a:extraClrSchemeLst>
    <a:extraClrScheme>
      <a:clrScheme name="1_Axis mall 071218 blue 1">
        <a:dk1>
          <a:srgbClr val="000000"/>
        </a:dk1>
        <a:lt1>
          <a:srgbClr val="FFFFFF"/>
        </a:lt1>
        <a:dk2>
          <a:srgbClr val="81725E"/>
        </a:dk2>
        <a:lt2>
          <a:srgbClr val="4D4D4D"/>
        </a:lt2>
        <a:accent1>
          <a:srgbClr val="C7C0B8"/>
        </a:accent1>
        <a:accent2>
          <a:srgbClr val="004368"/>
        </a:accent2>
        <a:accent3>
          <a:srgbClr val="FFFFFF"/>
        </a:accent3>
        <a:accent4>
          <a:srgbClr val="000000"/>
        </a:accent4>
        <a:accent5>
          <a:srgbClr val="E0DCD8"/>
        </a:accent5>
        <a:accent6>
          <a:srgbClr val="003C5E"/>
        </a:accent6>
        <a:hlink>
          <a:srgbClr val="669FBE"/>
        </a:hlink>
        <a:folHlink>
          <a:srgbClr val="99BED3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78703d3c-b907-432f-b066-88f7af9ca3af}" enabled="0" method="" siteId="{78703d3c-b907-432f-b066-88f7af9ca3af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10769</TotalTime>
  <Words>574</Words>
  <Application>Microsoft Macintosh PowerPoint</Application>
  <PresentationFormat>Widescreen</PresentationFormat>
  <Paragraphs>199</Paragraphs>
  <Slides>33</Slides>
  <Notes>2</Notes>
  <HiddenSlides>1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8" baseType="lpstr">
      <vt:lpstr>ＭＳ Ｐゴシック</vt:lpstr>
      <vt:lpstr>Arial</vt:lpstr>
      <vt:lpstr>Calibri</vt:lpstr>
      <vt:lpstr>Cambria Math</vt:lpstr>
      <vt:lpstr>ppt_template_axis_corporate_1404</vt:lpstr>
      <vt:lpstr>AoC Gold star event  Linköping  </vt:lpstr>
      <vt:lpstr>PowerPoint Presentation</vt:lpstr>
      <vt:lpstr>1597  </vt:lpstr>
      <vt:lpstr>1597   </vt:lpstr>
      <vt:lpstr>1597   </vt:lpstr>
      <vt:lpstr>1597   </vt:lpstr>
      <vt:lpstr>1597   </vt:lpstr>
      <vt:lpstr>1597   </vt:lpstr>
      <vt:lpstr>1597   </vt:lpstr>
      <vt:lpstr>1597 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1   </vt:lpstr>
      <vt:lpstr>140521   </vt:lpstr>
      <vt:lpstr>3   </vt:lpstr>
      <vt:lpstr>PowerPoint Presentation</vt:lpstr>
      <vt:lpstr>1 </vt:lpstr>
      <vt:lpstr>2 </vt:lpstr>
      <vt:lpstr>3</vt:lpstr>
      <vt:lpstr>4 </vt:lpstr>
      <vt:lpstr>305 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Prisoners of Azkaban  Sprint demo 2023-11-09 </dc:title>
  <dc:creator>Therese Alenlöv</dc:creator>
  <cp:lastModifiedBy>Therese Alenlöv</cp:lastModifiedBy>
  <cp:revision>6</cp:revision>
  <dcterms:created xsi:type="dcterms:W3CDTF">2023-11-07T06:45:52Z</dcterms:created>
  <dcterms:modified xsi:type="dcterms:W3CDTF">2025-02-03T06:40:31Z</dcterms:modified>
</cp:coreProperties>
</file>